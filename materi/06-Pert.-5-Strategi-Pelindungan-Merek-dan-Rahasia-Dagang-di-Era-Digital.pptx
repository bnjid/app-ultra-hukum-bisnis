
<file path=[Content_Types].xml><?xml version="1.0" encoding="utf-8"?>
<Types xmlns="http://schemas.openxmlformats.org/package/2006/content-types">
  <Default Extension="fntdata" ContentType="application/x-fontdata"/>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embeddedFontLst>
    <p:embeddedFont>
      <p:font typeface="Nunito ExtraLight" panose="020F0502020204030204" pitchFamily="2" charset="0"/>
      <p:regular r:id="rId24"/>
    </p:embeddedFont>
    <p:embeddedFont>
      <p:font typeface="Pacifico" panose="020F0502020204030204" pitchFamily="2" charset="0"/>
      <p:regular r:id="rId2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7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6195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C2B744-1F5D-C043-301E-FDD5B511294F}"/>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A55DFE12-9F2D-5C02-CB4E-F751FE8F5D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65EBCF58-121B-07D5-A815-26D8F07A51B9}"/>
              </a:ext>
            </a:extLst>
          </p:cNvPr>
          <p:cNvSpPr>
            <a:spLocks noGrp="1"/>
          </p:cNvSpPr>
          <p:nvPr>
            <p:ph type="dt" sz="half" idx="10"/>
          </p:nvPr>
        </p:nvSpPr>
        <p:spPr/>
        <p:txBody>
          <a:bodyPr/>
          <a:lstStyle/>
          <a:p>
            <a:fld id="{65EDBEE3-4AC2-F046-910D-39992CB67F1C}" type="datetimeFigureOut">
              <a:rPr kumimoji="1" lang="zh-CN" altLang="en-US" smtClean="0"/>
              <a:t>2026/9/25</a:t>
            </a:fld>
            <a:endParaRPr kumimoji="1" lang="zh-CN" altLang="en-US"/>
          </a:p>
        </p:txBody>
      </p:sp>
      <p:sp>
        <p:nvSpPr>
          <p:cNvPr id="5" name="页脚占位符 4">
            <a:extLst>
              <a:ext uri="{FF2B5EF4-FFF2-40B4-BE49-F238E27FC236}">
                <a16:creationId xmlns:a16="http://schemas.microsoft.com/office/drawing/2014/main" id="{31A86961-DCD7-4645-629C-CA20538B316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86BD3A4-947F-334B-D97A-4F9F3DD187F3}"/>
              </a:ext>
            </a:extLst>
          </p:cNvPr>
          <p:cNvSpPr>
            <a:spLocks noGrp="1"/>
          </p:cNvSpPr>
          <p:nvPr>
            <p:ph type="sldNum" sz="quarter" idx="12"/>
          </p:nvPr>
        </p:nvSpPr>
        <p:spPr/>
        <p:txBody>
          <a:body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328552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8D0380-950D-0EB3-F821-03F4508FB8AE}"/>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75035F00-FD85-51C4-43B5-7F049F5901BD}"/>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B91B2DB4-D29F-9C6A-5999-72150C15B991}"/>
              </a:ext>
            </a:extLst>
          </p:cNvPr>
          <p:cNvSpPr>
            <a:spLocks noGrp="1"/>
          </p:cNvSpPr>
          <p:nvPr>
            <p:ph type="dt" sz="half" idx="10"/>
          </p:nvPr>
        </p:nvSpPr>
        <p:spPr/>
        <p:txBody>
          <a:bodyPr/>
          <a:lstStyle/>
          <a:p>
            <a:fld id="{65EDBEE3-4AC2-F046-910D-39992CB67F1C}" type="datetimeFigureOut">
              <a:rPr kumimoji="1" lang="zh-CN" altLang="en-US" smtClean="0"/>
              <a:t>2026/9/25</a:t>
            </a:fld>
            <a:endParaRPr kumimoji="1" lang="zh-CN" altLang="en-US"/>
          </a:p>
        </p:txBody>
      </p:sp>
      <p:sp>
        <p:nvSpPr>
          <p:cNvPr id="5" name="页脚占位符 4">
            <a:extLst>
              <a:ext uri="{FF2B5EF4-FFF2-40B4-BE49-F238E27FC236}">
                <a16:creationId xmlns:a16="http://schemas.microsoft.com/office/drawing/2014/main" id="{AB74DC32-465E-F753-963C-7B7C968501D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4EBFEF8-E4F3-D916-581F-219CD84106A6}"/>
              </a:ext>
            </a:extLst>
          </p:cNvPr>
          <p:cNvSpPr>
            <a:spLocks noGrp="1"/>
          </p:cNvSpPr>
          <p:nvPr>
            <p:ph type="sldNum" sz="quarter" idx="12"/>
          </p:nvPr>
        </p:nvSpPr>
        <p:spPr/>
        <p:txBody>
          <a:body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1055085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9207A4-E570-9A26-41C4-3ABA7F385921}"/>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3C78DFE1-769D-C827-9998-F44CEA38FC3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8E1AAB41-3DDB-1920-EDE7-45768C2B8875}"/>
              </a:ext>
            </a:extLst>
          </p:cNvPr>
          <p:cNvSpPr>
            <a:spLocks noGrp="1"/>
          </p:cNvSpPr>
          <p:nvPr>
            <p:ph type="dt" sz="half" idx="10"/>
          </p:nvPr>
        </p:nvSpPr>
        <p:spPr/>
        <p:txBody>
          <a:bodyPr/>
          <a:lstStyle/>
          <a:p>
            <a:fld id="{65EDBEE3-4AC2-F046-910D-39992CB67F1C}" type="datetimeFigureOut">
              <a:rPr kumimoji="1" lang="zh-CN" altLang="en-US" smtClean="0"/>
              <a:t>2026/9/25</a:t>
            </a:fld>
            <a:endParaRPr kumimoji="1" lang="zh-CN" altLang="en-US"/>
          </a:p>
        </p:txBody>
      </p:sp>
      <p:sp>
        <p:nvSpPr>
          <p:cNvPr id="5" name="页脚占位符 4">
            <a:extLst>
              <a:ext uri="{FF2B5EF4-FFF2-40B4-BE49-F238E27FC236}">
                <a16:creationId xmlns:a16="http://schemas.microsoft.com/office/drawing/2014/main" id="{2EB322CD-8F7B-88BA-A2A3-A3A458215D4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C033F1C7-D3F0-2A37-B94E-239E844774EF}"/>
              </a:ext>
            </a:extLst>
          </p:cNvPr>
          <p:cNvSpPr>
            <a:spLocks noGrp="1"/>
          </p:cNvSpPr>
          <p:nvPr>
            <p:ph type="sldNum" sz="quarter" idx="12"/>
          </p:nvPr>
        </p:nvSpPr>
        <p:spPr/>
        <p:txBody>
          <a:body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4174634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3A0752-9F6C-2508-AE2B-3F7A7EF3637D}"/>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6D9CC9D8-3C56-F907-B56A-E5B8589E5D7B}"/>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B0C444C7-103E-FD3F-090E-FDB5759D2C40}"/>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0F217FCF-2142-E0CA-6C18-6C95D4342F43}"/>
              </a:ext>
            </a:extLst>
          </p:cNvPr>
          <p:cNvSpPr>
            <a:spLocks noGrp="1"/>
          </p:cNvSpPr>
          <p:nvPr>
            <p:ph type="dt" sz="half" idx="10"/>
          </p:nvPr>
        </p:nvSpPr>
        <p:spPr/>
        <p:txBody>
          <a:bodyPr/>
          <a:lstStyle/>
          <a:p>
            <a:fld id="{65EDBEE3-4AC2-F046-910D-39992CB67F1C}" type="datetimeFigureOut">
              <a:rPr kumimoji="1" lang="zh-CN" altLang="en-US" smtClean="0"/>
              <a:t>2026/9/25</a:t>
            </a:fld>
            <a:endParaRPr kumimoji="1" lang="zh-CN" altLang="en-US"/>
          </a:p>
        </p:txBody>
      </p:sp>
      <p:sp>
        <p:nvSpPr>
          <p:cNvPr id="6" name="页脚占位符 5">
            <a:extLst>
              <a:ext uri="{FF2B5EF4-FFF2-40B4-BE49-F238E27FC236}">
                <a16:creationId xmlns:a16="http://schemas.microsoft.com/office/drawing/2014/main" id="{664D8E9F-253E-1D82-97A9-15CA654745C1}"/>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4D77128A-737C-CA38-3862-20CEA44F66EB}"/>
              </a:ext>
            </a:extLst>
          </p:cNvPr>
          <p:cNvSpPr>
            <a:spLocks noGrp="1"/>
          </p:cNvSpPr>
          <p:nvPr>
            <p:ph type="sldNum" sz="quarter" idx="12"/>
          </p:nvPr>
        </p:nvSpPr>
        <p:spPr/>
        <p:txBody>
          <a:body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33292081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C56D1A-FB16-5E31-A106-DCF02DAC97B9}"/>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1AB02E7C-260D-60C5-FCCA-DFC01F1420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72BAA659-ACC6-6F45-429A-9678890E78F8}"/>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213D315E-F577-54BA-0BC7-11B2F9E497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B3699DE7-3CB8-893F-47F6-D80F369F8B61}"/>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DB0DFB00-0D40-DE77-E458-EEAD8647A13E}"/>
              </a:ext>
            </a:extLst>
          </p:cNvPr>
          <p:cNvSpPr>
            <a:spLocks noGrp="1"/>
          </p:cNvSpPr>
          <p:nvPr>
            <p:ph type="dt" sz="half" idx="10"/>
          </p:nvPr>
        </p:nvSpPr>
        <p:spPr/>
        <p:txBody>
          <a:bodyPr/>
          <a:lstStyle/>
          <a:p>
            <a:fld id="{65EDBEE3-4AC2-F046-910D-39992CB67F1C}" type="datetimeFigureOut">
              <a:rPr kumimoji="1" lang="zh-CN" altLang="en-US" smtClean="0"/>
              <a:t>2026/9/25</a:t>
            </a:fld>
            <a:endParaRPr kumimoji="1" lang="zh-CN" altLang="en-US"/>
          </a:p>
        </p:txBody>
      </p:sp>
      <p:sp>
        <p:nvSpPr>
          <p:cNvPr id="8" name="页脚占位符 7">
            <a:extLst>
              <a:ext uri="{FF2B5EF4-FFF2-40B4-BE49-F238E27FC236}">
                <a16:creationId xmlns:a16="http://schemas.microsoft.com/office/drawing/2014/main" id="{BE3B62EA-C11C-ED4C-E412-13015E94D64B}"/>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F0B67572-C038-B8EE-3F4A-66F2EB5BC8DA}"/>
              </a:ext>
            </a:extLst>
          </p:cNvPr>
          <p:cNvSpPr>
            <a:spLocks noGrp="1"/>
          </p:cNvSpPr>
          <p:nvPr>
            <p:ph type="sldNum" sz="quarter" idx="12"/>
          </p:nvPr>
        </p:nvSpPr>
        <p:spPr/>
        <p:txBody>
          <a:body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1907959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9ACFB3-6E7C-10C3-4227-DCC235908A19}"/>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CDEFDC94-EB77-1206-3206-1B33F78EA5BB}"/>
              </a:ext>
            </a:extLst>
          </p:cNvPr>
          <p:cNvSpPr>
            <a:spLocks noGrp="1"/>
          </p:cNvSpPr>
          <p:nvPr>
            <p:ph type="dt" sz="half" idx="10"/>
          </p:nvPr>
        </p:nvSpPr>
        <p:spPr/>
        <p:txBody>
          <a:bodyPr/>
          <a:lstStyle/>
          <a:p>
            <a:fld id="{65EDBEE3-4AC2-F046-910D-39992CB67F1C}" type="datetimeFigureOut">
              <a:rPr kumimoji="1" lang="zh-CN" altLang="en-US" smtClean="0"/>
              <a:t>2026/9/25</a:t>
            </a:fld>
            <a:endParaRPr kumimoji="1" lang="zh-CN" altLang="en-US"/>
          </a:p>
        </p:txBody>
      </p:sp>
      <p:sp>
        <p:nvSpPr>
          <p:cNvPr id="4" name="页脚占位符 3">
            <a:extLst>
              <a:ext uri="{FF2B5EF4-FFF2-40B4-BE49-F238E27FC236}">
                <a16:creationId xmlns:a16="http://schemas.microsoft.com/office/drawing/2014/main" id="{7AFB27BA-C6C4-956D-BB12-8D4F16B5CFFE}"/>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DDD0AACD-7B23-7A5E-6C34-7DCB44F64192}"/>
              </a:ext>
            </a:extLst>
          </p:cNvPr>
          <p:cNvSpPr>
            <a:spLocks noGrp="1"/>
          </p:cNvSpPr>
          <p:nvPr>
            <p:ph type="sldNum" sz="quarter" idx="12"/>
          </p:nvPr>
        </p:nvSpPr>
        <p:spPr/>
        <p:txBody>
          <a:body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2062499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E546190-2158-46F8-6A32-12FE189EC471}"/>
              </a:ext>
            </a:extLst>
          </p:cNvPr>
          <p:cNvSpPr>
            <a:spLocks noGrp="1"/>
          </p:cNvSpPr>
          <p:nvPr>
            <p:ph type="dt" sz="half" idx="10"/>
          </p:nvPr>
        </p:nvSpPr>
        <p:spPr/>
        <p:txBody>
          <a:bodyPr/>
          <a:lstStyle/>
          <a:p>
            <a:fld id="{65EDBEE3-4AC2-F046-910D-39992CB67F1C}" type="datetimeFigureOut">
              <a:rPr kumimoji="1" lang="zh-CN" altLang="en-US" smtClean="0"/>
              <a:t>2026/9/25</a:t>
            </a:fld>
            <a:endParaRPr kumimoji="1" lang="zh-CN" altLang="en-US"/>
          </a:p>
        </p:txBody>
      </p:sp>
      <p:sp>
        <p:nvSpPr>
          <p:cNvPr id="3" name="页脚占位符 2">
            <a:extLst>
              <a:ext uri="{FF2B5EF4-FFF2-40B4-BE49-F238E27FC236}">
                <a16:creationId xmlns:a16="http://schemas.microsoft.com/office/drawing/2014/main" id="{AD3512C2-3838-72C2-51DD-8E9040126F71}"/>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56007A5F-B186-54C0-5D19-2284F293A9DE}"/>
              </a:ext>
            </a:extLst>
          </p:cNvPr>
          <p:cNvSpPr>
            <a:spLocks noGrp="1"/>
          </p:cNvSpPr>
          <p:nvPr>
            <p:ph type="sldNum" sz="quarter" idx="12"/>
          </p:nvPr>
        </p:nvSpPr>
        <p:spPr/>
        <p:txBody>
          <a:body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917751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B735BD-C3BB-8927-3AF4-94F9438CBE56}"/>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72616762-3893-E59B-CB9B-C02C1AA3B6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270AA56D-7451-C3C5-6D51-B2650A4541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E628E855-990E-30E6-3512-97221C46C6FF}"/>
              </a:ext>
            </a:extLst>
          </p:cNvPr>
          <p:cNvSpPr>
            <a:spLocks noGrp="1"/>
          </p:cNvSpPr>
          <p:nvPr>
            <p:ph type="dt" sz="half" idx="10"/>
          </p:nvPr>
        </p:nvSpPr>
        <p:spPr/>
        <p:txBody>
          <a:bodyPr/>
          <a:lstStyle/>
          <a:p>
            <a:fld id="{65EDBEE3-4AC2-F046-910D-39992CB67F1C}" type="datetimeFigureOut">
              <a:rPr kumimoji="1" lang="zh-CN" altLang="en-US" smtClean="0"/>
              <a:t>2026/9/25</a:t>
            </a:fld>
            <a:endParaRPr kumimoji="1" lang="zh-CN" altLang="en-US"/>
          </a:p>
        </p:txBody>
      </p:sp>
      <p:sp>
        <p:nvSpPr>
          <p:cNvPr id="6" name="页脚占位符 5">
            <a:extLst>
              <a:ext uri="{FF2B5EF4-FFF2-40B4-BE49-F238E27FC236}">
                <a16:creationId xmlns:a16="http://schemas.microsoft.com/office/drawing/2014/main" id="{E47DA99E-7FBF-A00D-442B-2D8D7E789382}"/>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451B805B-BFA9-DDA6-CEEA-6ADEA1A0E43F}"/>
              </a:ext>
            </a:extLst>
          </p:cNvPr>
          <p:cNvSpPr>
            <a:spLocks noGrp="1"/>
          </p:cNvSpPr>
          <p:nvPr>
            <p:ph type="sldNum" sz="quarter" idx="12"/>
          </p:nvPr>
        </p:nvSpPr>
        <p:spPr/>
        <p:txBody>
          <a:body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2869191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7BD84F-84C9-AF27-1A59-8346212BD961}"/>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1BB0A76F-B479-8050-2AD7-B9A011F11B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0E0EFA31-6C28-3C82-9363-FE2CAD862A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0E00E6CE-098C-0ED3-86A0-E120929DDF69}"/>
              </a:ext>
            </a:extLst>
          </p:cNvPr>
          <p:cNvSpPr>
            <a:spLocks noGrp="1"/>
          </p:cNvSpPr>
          <p:nvPr>
            <p:ph type="dt" sz="half" idx="10"/>
          </p:nvPr>
        </p:nvSpPr>
        <p:spPr/>
        <p:txBody>
          <a:bodyPr/>
          <a:lstStyle/>
          <a:p>
            <a:fld id="{65EDBEE3-4AC2-F046-910D-39992CB67F1C}" type="datetimeFigureOut">
              <a:rPr kumimoji="1" lang="zh-CN" altLang="en-US" smtClean="0"/>
              <a:t>2026/9/25</a:t>
            </a:fld>
            <a:endParaRPr kumimoji="1" lang="zh-CN" altLang="en-US"/>
          </a:p>
        </p:txBody>
      </p:sp>
      <p:sp>
        <p:nvSpPr>
          <p:cNvPr id="6" name="页脚占位符 5">
            <a:extLst>
              <a:ext uri="{FF2B5EF4-FFF2-40B4-BE49-F238E27FC236}">
                <a16:creationId xmlns:a16="http://schemas.microsoft.com/office/drawing/2014/main" id="{D50CC86E-6091-D81E-FA00-BF21FA580A91}"/>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73DE2F81-7731-1152-9792-87A036E1A7E4}"/>
              </a:ext>
            </a:extLst>
          </p:cNvPr>
          <p:cNvSpPr>
            <a:spLocks noGrp="1"/>
          </p:cNvSpPr>
          <p:nvPr>
            <p:ph type="sldNum" sz="quarter" idx="12"/>
          </p:nvPr>
        </p:nvSpPr>
        <p:spPr/>
        <p:txBody>
          <a:body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808534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11DD4-0674-E844-9E12-5F2805D47170}"/>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D0F851AA-3284-5ED7-C023-2D29A3898974}"/>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41C3777-D1E7-BA80-B662-AF007330B33D}"/>
              </a:ext>
            </a:extLst>
          </p:cNvPr>
          <p:cNvSpPr>
            <a:spLocks noGrp="1"/>
          </p:cNvSpPr>
          <p:nvPr>
            <p:ph type="dt" sz="half" idx="10"/>
          </p:nvPr>
        </p:nvSpPr>
        <p:spPr/>
        <p:txBody>
          <a:bodyPr/>
          <a:lstStyle/>
          <a:p>
            <a:fld id="{65EDBEE3-4AC2-F046-910D-39992CB67F1C}" type="datetimeFigureOut">
              <a:rPr kumimoji="1" lang="zh-CN" altLang="en-US" smtClean="0"/>
              <a:t>2026/9/25</a:t>
            </a:fld>
            <a:endParaRPr kumimoji="1" lang="zh-CN" altLang="en-US"/>
          </a:p>
        </p:txBody>
      </p:sp>
      <p:sp>
        <p:nvSpPr>
          <p:cNvPr id="5" name="页脚占位符 4">
            <a:extLst>
              <a:ext uri="{FF2B5EF4-FFF2-40B4-BE49-F238E27FC236}">
                <a16:creationId xmlns:a16="http://schemas.microsoft.com/office/drawing/2014/main" id="{B0D95CC9-AF53-F0AA-FD40-F3E2CCEC5F3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BD1B16D-B121-595D-C223-CB5F9D1248FA}"/>
              </a:ext>
            </a:extLst>
          </p:cNvPr>
          <p:cNvSpPr>
            <a:spLocks noGrp="1"/>
          </p:cNvSpPr>
          <p:nvPr>
            <p:ph type="sldNum" sz="quarter" idx="12"/>
          </p:nvPr>
        </p:nvSpPr>
        <p:spPr/>
        <p:txBody>
          <a:body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1033416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10C1838-1DC8-7579-5F22-B30187479BFF}"/>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0D670889-BEC7-D29F-E1AC-BF218674A2B1}"/>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5115CB33-44D0-A76C-3FF3-EEA9A801CFD1}"/>
              </a:ext>
            </a:extLst>
          </p:cNvPr>
          <p:cNvSpPr>
            <a:spLocks noGrp="1"/>
          </p:cNvSpPr>
          <p:nvPr>
            <p:ph type="dt" sz="half" idx="10"/>
          </p:nvPr>
        </p:nvSpPr>
        <p:spPr/>
        <p:txBody>
          <a:bodyPr/>
          <a:lstStyle/>
          <a:p>
            <a:fld id="{65EDBEE3-4AC2-F046-910D-39992CB67F1C}" type="datetimeFigureOut">
              <a:rPr kumimoji="1" lang="zh-CN" altLang="en-US" smtClean="0"/>
              <a:t>2026/9/25</a:t>
            </a:fld>
            <a:endParaRPr kumimoji="1" lang="zh-CN" altLang="en-US"/>
          </a:p>
        </p:txBody>
      </p:sp>
      <p:sp>
        <p:nvSpPr>
          <p:cNvPr id="5" name="页脚占位符 4">
            <a:extLst>
              <a:ext uri="{FF2B5EF4-FFF2-40B4-BE49-F238E27FC236}">
                <a16:creationId xmlns:a16="http://schemas.microsoft.com/office/drawing/2014/main" id="{3578635D-6139-9A84-B3F9-9BCA803552D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C941DB96-ECF2-C664-F90E-E7B4E08A6745}"/>
              </a:ext>
            </a:extLst>
          </p:cNvPr>
          <p:cNvSpPr>
            <a:spLocks noGrp="1"/>
          </p:cNvSpPr>
          <p:nvPr>
            <p:ph type="sldNum" sz="quarter" idx="12"/>
          </p:nvPr>
        </p:nvSpPr>
        <p:spPr/>
        <p:txBody>
          <a:body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2053390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6C56813-2AEB-CC25-B5BE-39156AC4A5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ED5FFF8B-ED7D-4F9C-5CD8-CC3E43D1D7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031D59E3-C823-D4DA-54BF-4D8DB9BF0F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5EDBEE3-4AC2-F046-910D-39992CB67F1C}" type="datetimeFigureOut">
              <a:rPr kumimoji="1" lang="zh-CN" altLang="en-US" smtClean="0"/>
              <a:t>2026/9/25</a:t>
            </a:fld>
            <a:endParaRPr kumimoji="1" lang="zh-CN" altLang="en-US"/>
          </a:p>
        </p:txBody>
      </p:sp>
      <p:sp>
        <p:nvSpPr>
          <p:cNvPr id="5" name="页脚占位符 4">
            <a:extLst>
              <a:ext uri="{FF2B5EF4-FFF2-40B4-BE49-F238E27FC236}">
                <a16:creationId xmlns:a16="http://schemas.microsoft.com/office/drawing/2014/main" id="{9AC1EF5F-1486-06C8-051E-7B825CAD54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5B6A3C8D-E9F0-A63A-F26B-7851D262D8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13134593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0.png"/><Relationship Id="rId7"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5.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41.png"/><Relationship Id="rId4" Type="http://schemas.openxmlformats.org/officeDocument/2006/relationships/image" Target="../media/image40.png"/></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image" Target="../media/image4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3C3A32"/>
          </a:solidFill>
          <a:ln/>
        </p:spPr>
        <p:txBody>
          <a:bodyPr wrap="square" rtlCol="0" anchor="ctr"/>
          <a:lstStyle/>
          <a:p>
            <a:pPr marL="0" indent="0">
              <a:buNone/>
            </a:pPr>
            <a:endParaRPr lang="en-US" dirty="0"/>
          </a:p>
        </p:txBody>
      </p:sp>
      <p:sp>
        <p:nvSpPr>
          <p:cNvPr id="3" name="Text 1"/>
          <p:cNvSpPr/>
          <p:nvPr/>
        </p:nvSpPr>
        <p:spPr>
          <a:xfrm>
            <a:off x="1333500" y="1720304"/>
            <a:ext cx="5334000" cy="762000"/>
          </a:xfrm>
          <a:prstGeom prst="rect">
            <a:avLst/>
          </a:prstGeom>
          <a:solidFill>
            <a:srgbClr val="FFFFFF">
              <a:alpha val="5000"/>
            </a:srgbClr>
          </a:solidFill>
          <a:ln/>
          <a:effectLst>
            <a:outerShdw dist="134704" dir="2700000" algn="bl" rotWithShape="0">
              <a:srgbClr val="CDEE9E">
                <a:alpha val="10000"/>
              </a:srgbClr>
            </a:outerShdw>
          </a:effectLst>
        </p:spPr>
        <p:txBody>
          <a:bodyPr wrap="square" rtlCol="0" anchor="ctr"/>
          <a:lstStyle/>
          <a:p>
            <a:pPr marL="0" indent="0">
              <a:buNone/>
            </a:pPr>
            <a:endParaRPr lang="en-US" dirty="0"/>
          </a:p>
        </p:txBody>
      </p:sp>
      <p:sp>
        <p:nvSpPr>
          <p:cNvPr id="4" name="Shape 2"/>
          <p:cNvSpPr/>
          <p:nvPr/>
        </p:nvSpPr>
        <p:spPr>
          <a:xfrm>
            <a:off x="1333500" y="1720304"/>
            <a:ext cx="0" cy="762000"/>
          </a:xfrm>
          <a:prstGeom prst="line">
            <a:avLst/>
          </a:prstGeom>
          <a:noFill/>
          <a:ln w="38100">
            <a:solidFill>
              <a:srgbClr val="CDEE9E"/>
            </a:solidFill>
            <a:prstDash val="solid"/>
          </a:ln>
        </p:spPr>
      </p:sp>
      <p:sp>
        <p:nvSpPr>
          <p:cNvPr id="5" name="Text 3"/>
          <p:cNvSpPr/>
          <p:nvPr/>
        </p:nvSpPr>
        <p:spPr>
          <a:xfrm>
            <a:off x="1657350" y="1910804"/>
            <a:ext cx="4764024" cy="384048"/>
          </a:xfrm>
          <a:prstGeom prst="rect">
            <a:avLst/>
          </a:prstGeom>
          <a:noFill/>
          <a:ln/>
        </p:spPr>
        <p:txBody>
          <a:bodyPr vert="horz" wrap="square" lIns="0" tIns="0" rIns="0" bIns="0" rtlCol="0" anchor="t"/>
          <a:lstStyle/>
          <a:p>
            <a:pPr marL="0" indent="0" algn="l">
              <a:lnSpc>
                <a:spcPts val="1500"/>
              </a:lnSpc>
              <a:buNone/>
            </a:pPr>
            <a:r>
              <a:rPr lang="en-US" sz="1050" kern="0" spc="100" dirty="0">
                <a:solidFill>
                  <a:srgbClr val="FFFFFF">
                    <a:alpha val="90000"/>
                  </a:srgbClr>
                </a:solidFill>
                <a:latin typeface="Nunito ExtraLight" pitchFamily="34" charset="0"/>
                <a:ea typeface="Nunito ExtraLight" pitchFamily="34" charset="-122"/>
                <a:cs typeface="Nunito ExtraLight" pitchFamily="34" charset="-120"/>
              </a:rPr>
              <a:t>WAWASAN STRATEGIS TENTANG HAK KEKAYAAN INTELEKTUAL</a:t>
            </a:r>
            <a:endParaRPr lang="en-US" sz="1050" dirty="0"/>
          </a:p>
          <a:p>
            <a:pPr marL="0" indent="0" algn="l">
              <a:lnSpc>
                <a:spcPts val="1500"/>
              </a:lnSpc>
              <a:buNone/>
            </a:pPr>
            <a:r>
              <a:rPr lang="en-US" sz="1050" kern="0" spc="100" dirty="0">
                <a:solidFill>
                  <a:srgbClr val="FFFFFF">
                    <a:alpha val="90000"/>
                  </a:srgbClr>
                </a:solidFill>
                <a:latin typeface="Nunito ExtraLight" pitchFamily="34" charset="0"/>
                <a:ea typeface="Nunito ExtraLight" pitchFamily="34" charset="-122"/>
                <a:cs typeface="Nunito ExtraLight" pitchFamily="34" charset="-120"/>
              </a:rPr>
              <a:t>&amp; KEAMANAN DATA DI EKOSISTEM DIGITAL</a:t>
            </a:r>
            <a:endParaRPr lang="en-US" sz="1050" dirty="0"/>
          </a:p>
        </p:txBody>
      </p:sp>
      <p:sp>
        <p:nvSpPr>
          <p:cNvPr id="6" name="Text 4"/>
          <p:cNvSpPr/>
          <p:nvPr/>
        </p:nvSpPr>
        <p:spPr>
          <a:xfrm>
            <a:off x="1333500" y="2787104"/>
            <a:ext cx="9525000" cy="2350591"/>
          </a:xfrm>
          <a:prstGeom prst="rect">
            <a:avLst/>
          </a:prstGeom>
          <a:noFill/>
          <a:ln/>
          <a:effectLst>
            <a:outerShdw dist="269408" dir="2700000" algn="bl" rotWithShape="0">
              <a:srgbClr val="CDEE9E">
                <a:alpha val="5000"/>
              </a:srgbClr>
            </a:outerShdw>
          </a:effectLst>
        </p:spPr>
        <p:txBody>
          <a:bodyPr wrap="square" rtlCol="0" anchor="ctr"/>
          <a:lstStyle/>
          <a:p>
            <a:pPr marL="0" indent="0">
              <a:buNone/>
            </a:pPr>
            <a:endParaRPr lang="en-US" dirty="0"/>
          </a:p>
        </p:txBody>
      </p:sp>
      <p:sp>
        <p:nvSpPr>
          <p:cNvPr id="7" name="Shape 5"/>
          <p:cNvSpPr/>
          <p:nvPr/>
        </p:nvSpPr>
        <p:spPr>
          <a:xfrm>
            <a:off x="1333500" y="2787104"/>
            <a:ext cx="0" cy="2350591"/>
          </a:xfrm>
          <a:prstGeom prst="line">
            <a:avLst/>
          </a:prstGeom>
          <a:noFill/>
          <a:ln w="76200">
            <a:solidFill>
              <a:srgbClr val="CDEE9E"/>
            </a:solidFill>
            <a:prstDash val="solid"/>
          </a:ln>
        </p:spPr>
      </p:sp>
      <p:pic>
        <p:nvPicPr>
          <p:cNvPr id="8" name="Image 0" descr="image.png"/>
          <p:cNvPicPr>
            <a:picLocks noChangeAspect="1"/>
          </p:cNvPicPr>
          <p:nvPr/>
        </p:nvPicPr>
        <p:blipFill>
          <a:blip r:embed="rId3"/>
          <a:srcRect r="800"/>
          <a:stretch/>
        </p:blipFill>
        <p:spPr>
          <a:xfrm>
            <a:off x="1409700" y="2787104"/>
            <a:ext cx="9448800" cy="2352675"/>
          </a:xfrm>
          <a:prstGeom prst="rect">
            <a:avLst/>
          </a:prstGeom>
        </p:spPr>
      </p:pic>
      <p:sp>
        <p:nvSpPr>
          <p:cNvPr id="9" name="Text 6"/>
          <p:cNvSpPr/>
          <p:nvPr/>
        </p:nvSpPr>
        <p:spPr>
          <a:xfrm>
            <a:off x="1981200" y="3167063"/>
            <a:ext cx="8439912" cy="1133856"/>
          </a:xfrm>
          <a:prstGeom prst="rect">
            <a:avLst/>
          </a:prstGeom>
          <a:noFill/>
          <a:ln/>
        </p:spPr>
        <p:txBody>
          <a:bodyPr vert="horz" wrap="square" lIns="0" tIns="0" rIns="0" bIns="0" rtlCol="0" anchor="t"/>
          <a:lstStyle/>
          <a:p>
            <a:pPr marL="0" indent="0" algn="l">
              <a:lnSpc>
                <a:spcPts val="4455"/>
              </a:lnSpc>
              <a:buNone/>
            </a:pPr>
            <a:r>
              <a:rPr lang="en-US" sz="4050" b="1" i="1" kern="0" spc="-50" dirty="0">
                <a:solidFill>
                  <a:srgbClr val="CDEE9E"/>
                </a:solidFill>
                <a:latin typeface="Pacifico" pitchFamily="34" charset="0"/>
                <a:ea typeface="Pacifico" pitchFamily="34" charset="-122"/>
                <a:cs typeface="Pacifico" pitchFamily="34" charset="-120"/>
              </a:rPr>
              <a:t>Strategi Pelindungan Merek dan Rahasia Dagang di Era Digital.</a:t>
            </a:r>
            <a:endParaRPr lang="en-US" sz="4050" dirty="0"/>
          </a:p>
        </p:txBody>
      </p:sp>
      <p:sp>
        <p:nvSpPr>
          <p:cNvPr id="10" name="Text 7"/>
          <p:cNvSpPr/>
          <p:nvPr/>
        </p:nvSpPr>
        <p:spPr>
          <a:xfrm>
            <a:off x="1981200" y="4675733"/>
            <a:ext cx="762000" cy="9525"/>
          </a:xfrm>
          <a:prstGeom prst="rect">
            <a:avLst/>
          </a:prstGeom>
          <a:solidFill>
            <a:srgbClr val="CDEE9E">
              <a:alpha val="50000"/>
            </a:srgbClr>
          </a:solidFill>
          <a:ln/>
        </p:spPr>
        <p:txBody>
          <a:bodyPr wrap="square" rtlCol="0" anchor="ctr"/>
          <a:lstStyle/>
          <a:p>
            <a:pPr marL="0" indent="0">
              <a:buNone/>
            </a:pPr>
            <a:endParaRPr lang="en-US" dirty="0"/>
          </a:p>
        </p:txBody>
      </p:sp>
      <p:sp>
        <p:nvSpPr>
          <p:cNvPr id="11" name="Text 8"/>
          <p:cNvSpPr/>
          <p:nvPr/>
        </p:nvSpPr>
        <p:spPr>
          <a:xfrm>
            <a:off x="2895600" y="4604296"/>
            <a:ext cx="1929384" cy="182880"/>
          </a:xfrm>
          <a:prstGeom prst="rect">
            <a:avLst/>
          </a:prstGeom>
          <a:noFill/>
          <a:ln/>
        </p:spPr>
        <p:txBody>
          <a:bodyPr vert="horz" wrap="none" lIns="0" tIns="0" rIns="0" bIns="0" rtlCol="0" anchor="t">
            <a:normAutofit/>
          </a:bodyPr>
          <a:lstStyle/>
          <a:p>
            <a:pPr marL="0" indent="0" algn="l">
              <a:lnSpc>
                <a:spcPts val="1200"/>
              </a:lnSpc>
              <a:buNone/>
            </a:pPr>
            <a:r>
              <a:rPr lang="en-US" sz="900" kern="0" spc="450" dirty="0">
                <a:solidFill>
                  <a:srgbClr val="FFFFFF">
                    <a:alpha val="30000"/>
                  </a:srgbClr>
                </a:solidFill>
                <a:latin typeface="Nunito ExtraLight" pitchFamily="34" charset="0"/>
                <a:ea typeface="Nunito ExtraLight" pitchFamily="34" charset="-122"/>
                <a:cs typeface="Nunito ExtraLight" pitchFamily="34" charset="-120"/>
              </a:rPr>
              <a:t>LAPORAN KHUSUS</a:t>
            </a:r>
            <a:endParaRPr lang="en-US" sz="900" dirty="0"/>
          </a:p>
        </p:txBody>
      </p:sp>
      <p:sp>
        <p:nvSpPr>
          <p:cNvPr id="12" name="Text 9"/>
          <p:cNvSpPr/>
          <p:nvPr/>
        </p:nvSpPr>
        <p:spPr>
          <a:xfrm>
            <a:off x="9906000" y="2787104"/>
            <a:ext cx="952500" cy="952500"/>
          </a:xfrm>
          <a:prstGeom prst="rect">
            <a:avLst/>
          </a:prstGeom>
          <a:gradFill rotWithShape="1">
            <a:gsLst>
              <a:gs pos="0">
                <a:srgbClr val="CDEE9E">
                  <a:alpha val="15000"/>
                </a:srgbClr>
              </a:gs>
              <a:gs pos="70000">
                <a:srgbClr val="000000">
                  <a:alpha val="0"/>
                </a:srgbClr>
              </a:gs>
            </a:gsLst>
            <a:lin ang="8100000" scaled="0"/>
          </a:gradFill>
          <a:ln/>
        </p:spPr>
        <p:txBody>
          <a:bodyPr wrap="square" rtlCol="0" anchor="ctr"/>
          <a:lstStyle/>
          <a:p>
            <a:pPr marL="0" indent="0">
              <a:buNone/>
            </a:pPr>
            <a:endParaRPr lang="en-US" dirty="0"/>
          </a:p>
        </p:txBody>
      </p:sp>
      <p:sp>
        <p:nvSpPr>
          <p:cNvPr id="13" name="Text 10"/>
          <p:cNvSpPr/>
          <p:nvPr/>
        </p:nvSpPr>
        <p:spPr>
          <a:xfrm>
            <a:off x="9906000" y="2787104"/>
            <a:ext cx="996696" cy="960120"/>
          </a:xfrm>
          <a:prstGeom prst="rect">
            <a:avLst/>
          </a:prstGeom>
          <a:noFill/>
          <a:ln/>
        </p:spPr>
        <p:txBody>
          <a:bodyPr vert="horz" wrap="square" lIns="0" tIns="0" rIns="0" bIns="0" rtlCol="0" anchor="t"/>
          <a:lstStyle/>
          <a:p>
            <a:pPr marL="0" indent="0" algn="l">
              <a:lnSpc>
                <a:spcPts val="1800"/>
              </a:lnSpc>
              <a:buNone/>
            </a:pPr>
            <a:endParaRPr lang="en-US" sz="1200" dirty="0"/>
          </a:p>
        </p:txBody>
      </p:sp>
      <p:sp>
        <p:nvSpPr>
          <p:cNvPr id="14" name="Text 11"/>
          <p:cNvSpPr/>
          <p:nvPr/>
        </p:nvSpPr>
        <p:spPr>
          <a:xfrm>
            <a:off x="3916412" y="5810250"/>
            <a:ext cx="2002536" cy="173736"/>
          </a:xfrm>
          <a:prstGeom prst="rect">
            <a:avLst/>
          </a:prstGeom>
          <a:noFill/>
          <a:ln/>
        </p:spPr>
        <p:txBody>
          <a:bodyPr vert="horz" wrap="none" lIns="0" tIns="0" rIns="0" bIns="0" rtlCol="0" anchor="t">
            <a:normAutofit/>
          </a:bodyPr>
          <a:lstStyle/>
          <a:p>
            <a:pPr marL="0" indent="0" algn="l">
              <a:lnSpc>
                <a:spcPts val="1125"/>
              </a:lnSpc>
              <a:buNone/>
            </a:pPr>
            <a:r>
              <a:rPr lang="en-US" sz="750" b="1" kern="0" spc="300" dirty="0">
                <a:solidFill>
                  <a:srgbClr val="CDEE9E"/>
                </a:solidFill>
                <a:latin typeface="Nunito ExtraLight" pitchFamily="34" charset="0"/>
                <a:ea typeface="Nunito ExtraLight" pitchFamily="34" charset="-122"/>
                <a:cs typeface="Nunito ExtraLight" pitchFamily="34" charset="-120"/>
              </a:rPr>
              <a:t>DIPRESENTASIKAN OLEH</a:t>
            </a:r>
            <a:endParaRPr lang="en-US" sz="750" dirty="0"/>
          </a:p>
        </p:txBody>
      </p:sp>
      <p:sp>
        <p:nvSpPr>
          <p:cNvPr id="15" name="Text 12"/>
          <p:cNvSpPr/>
          <p:nvPr/>
        </p:nvSpPr>
        <p:spPr>
          <a:xfrm>
            <a:off x="3563987" y="5991225"/>
            <a:ext cx="2743200" cy="292608"/>
          </a:xfrm>
          <a:prstGeom prst="rect">
            <a:avLst/>
          </a:prstGeom>
          <a:noFill/>
          <a:ln/>
        </p:spPr>
        <p:txBody>
          <a:bodyPr vert="horz" wrap="none" lIns="0" tIns="0" rIns="0" bIns="0" rtlCol="0" anchor="t">
            <a:normAutofit/>
          </a:bodyPr>
          <a:lstStyle/>
          <a:p>
            <a:pPr marL="0" indent="0" algn="l">
              <a:lnSpc>
                <a:spcPts val="2025"/>
              </a:lnSpc>
              <a:buNone/>
            </a:pPr>
            <a:r>
              <a:rPr lang="en-US" sz="1350" kern="0" spc="30" dirty="0">
                <a:solidFill>
                  <a:srgbClr val="FFFFFF">
                    <a:alpha val="80000"/>
                  </a:srgbClr>
                </a:solidFill>
                <a:latin typeface="Nunito ExtraLight" pitchFamily="34" charset="0"/>
              </a:rPr>
              <a:t>Dr. </a:t>
            </a:r>
            <a:r>
              <a:rPr lang="en-US" sz="1350" kern="0" spc="30" dirty="0" err="1">
                <a:solidFill>
                  <a:srgbClr val="FFFFFF">
                    <a:alpha val="80000"/>
                  </a:srgbClr>
                </a:solidFill>
                <a:latin typeface="Nunito ExtraLight" pitchFamily="34" charset="0"/>
              </a:rPr>
              <a:t>Apik</a:t>
            </a:r>
            <a:r>
              <a:rPr lang="en-US" sz="1350" kern="0" spc="30" dirty="0">
                <a:solidFill>
                  <a:srgbClr val="FFFFFF">
                    <a:alpha val="80000"/>
                  </a:srgbClr>
                </a:solidFill>
                <a:latin typeface="Nunito ExtraLight" pitchFamily="34" charset="0"/>
              </a:rPr>
              <a:t> </a:t>
            </a:r>
            <a:r>
              <a:rPr lang="en-US" sz="1350" kern="0" spc="30" dirty="0" err="1">
                <a:solidFill>
                  <a:srgbClr val="FFFFFF">
                    <a:alpha val="80000"/>
                  </a:srgbClr>
                </a:solidFill>
                <a:latin typeface="Nunito ExtraLight" pitchFamily="34" charset="0"/>
              </a:rPr>
              <a:t>Anitasari</a:t>
            </a:r>
            <a:r>
              <a:rPr lang="en-US" sz="1350" kern="0" spc="30" dirty="0">
                <a:solidFill>
                  <a:srgbClr val="FFFFFF">
                    <a:alpha val="80000"/>
                  </a:srgbClr>
                </a:solidFill>
                <a:latin typeface="Nunito ExtraLight" pitchFamily="34" charset="0"/>
              </a:rPr>
              <a:t> Intan </a:t>
            </a:r>
            <a:r>
              <a:rPr lang="en-US" sz="1350" kern="0" spc="30" dirty="0" err="1">
                <a:solidFill>
                  <a:srgbClr val="FFFFFF">
                    <a:alpha val="80000"/>
                  </a:srgbClr>
                </a:solidFill>
                <a:latin typeface="Nunito ExtraLight" pitchFamily="34" charset="0"/>
              </a:rPr>
              <a:t>Saputri</a:t>
            </a:r>
            <a:r>
              <a:rPr lang="en-US" sz="1350" kern="0" spc="30" dirty="0">
                <a:solidFill>
                  <a:srgbClr val="FFFFFF">
                    <a:alpha val="80000"/>
                  </a:srgbClr>
                </a:solidFill>
                <a:latin typeface="Nunito ExtraLight" pitchFamily="34" charset="0"/>
              </a:rPr>
              <a:t> S.H.,M.H</a:t>
            </a:r>
            <a:endParaRPr lang="en-US" sz="1350" dirty="0"/>
          </a:p>
        </p:txBody>
      </p:sp>
      <p:sp>
        <p:nvSpPr>
          <p:cNvPr id="16" name="Text 13"/>
          <p:cNvSpPr/>
          <p:nvPr/>
        </p:nvSpPr>
        <p:spPr>
          <a:xfrm>
            <a:off x="6583710" y="5838825"/>
            <a:ext cx="9525" cy="381000"/>
          </a:xfrm>
          <a:prstGeom prst="rect">
            <a:avLst/>
          </a:prstGeom>
          <a:solidFill>
            <a:srgbClr val="FFFFFF">
              <a:alpha val="20000"/>
            </a:srgbClr>
          </a:solidFill>
          <a:ln/>
        </p:spPr>
        <p:txBody>
          <a:bodyPr wrap="square" rtlCol="0" anchor="ctr"/>
          <a:lstStyle/>
          <a:p>
            <a:pPr marL="0" indent="0">
              <a:buNone/>
            </a:pPr>
            <a:endParaRPr lang="en-US" dirty="0"/>
          </a:p>
        </p:txBody>
      </p:sp>
      <p:sp>
        <p:nvSpPr>
          <p:cNvPr id="19" name="Text 16"/>
          <p:cNvSpPr/>
          <p:nvPr/>
        </p:nvSpPr>
        <p:spPr>
          <a:xfrm>
            <a:off x="761107" y="571500"/>
            <a:ext cx="1143000" cy="338328"/>
          </a:xfrm>
          <a:prstGeom prst="rect">
            <a:avLst/>
          </a:prstGeom>
          <a:noFill/>
          <a:ln/>
        </p:spPr>
        <p:txBody>
          <a:bodyPr vert="horz" wrap="none" lIns="0" tIns="0" rIns="0" bIns="0" rtlCol="0" anchor="t">
            <a:normAutofit/>
          </a:bodyPr>
          <a:lstStyle/>
          <a:p>
            <a:pPr marL="0" indent="0" algn="l">
              <a:lnSpc>
                <a:spcPts val="2400"/>
              </a:lnSpc>
              <a:buNone/>
            </a:pPr>
            <a:r>
              <a:rPr lang="en-US" sz="1800" b="1" kern="0" spc="180" dirty="0">
                <a:solidFill>
                  <a:srgbClr val="FFFFFF"/>
                </a:solidFill>
                <a:latin typeface="Nunito ExtraLight" pitchFamily="34" charset="0"/>
                <a:ea typeface="Nunito ExtraLight" pitchFamily="34" charset="-122"/>
                <a:cs typeface="Nunito ExtraLight" pitchFamily="34" charset="-120"/>
              </a:rPr>
              <a:t>DIGITAL</a:t>
            </a:r>
            <a:endParaRPr lang="en-US" sz="1800" dirty="0"/>
          </a:p>
        </p:txBody>
      </p:sp>
      <p:sp>
        <p:nvSpPr>
          <p:cNvPr id="20" name="Text 17"/>
          <p:cNvSpPr/>
          <p:nvPr/>
        </p:nvSpPr>
        <p:spPr>
          <a:xfrm>
            <a:off x="1931789" y="647700"/>
            <a:ext cx="9525" cy="152400"/>
          </a:xfrm>
          <a:prstGeom prst="rect">
            <a:avLst/>
          </a:prstGeom>
          <a:solidFill>
            <a:srgbClr val="CDEE9E">
              <a:alpha val="50000"/>
            </a:srgbClr>
          </a:solidFill>
          <a:ln/>
        </p:spPr>
        <p:txBody>
          <a:bodyPr wrap="square" rtlCol="0" anchor="ctr"/>
          <a:lstStyle/>
          <a:p>
            <a:pPr marL="0" indent="0">
              <a:buNone/>
            </a:pPr>
            <a:endParaRPr lang="en-US" dirty="0"/>
          </a:p>
        </p:txBody>
      </p:sp>
      <p:sp>
        <p:nvSpPr>
          <p:cNvPr id="21" name="Text 18"/>
          <p:cNvSpPr/>
          <p:nvPr/>
        </p:nvSpPr>
        <p:spPr>
          <a:xfrm>
            <a:off x="2055614" y="590550"/>
            <a:ext cx="2093976" cy="301752"/>
          </a:xfrm>
          <a:prstGeom prst="rect">
            <a:avLst/>
          </a:prstGeom>
          <a:noFill/>
          <a:ln/>
        </p:spPr>
        <p:txBody>
          <a:bodyPr vert="horz" wrap="none" lIns="0" tIns="0" rIns="0" bIns="0" rtlCol="0" anchor="t">
            <a:normAutofit/>
          </a:bodyPr>
          <a:lstStyle/>
          <a:p>
            <a:pPr marL="0" indent="0" algn="l">
              <a:lnSpc>
                <a:spcPts val="2100"/>
              </a:lnSpc>
              <a:buNone/>
            </a:pPr>
            <a:r>
              <a:rPr lang="en-US" sz="1500" kern="0" spc="150" dirty="0">
                <a:solidFill>
                  <a:srgbClr val="CDEE9E"/>
                </a:solidFill>
                <a:latin typeface="Nunito ExtraLight" pitchFamily="34" charset="0"/>
                <a:ea typeface="Nunito ExtraLight" pitchFamily="34" charset="-122"/>
                <a:cs typeface="Nunito ExtraLight" pitchFamily="34" charset="-120"/>
              </a:rPr>
              <a:t>LEGAL SOLUTIONS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5"/>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8F9F5"/>
          </a:solidFill>
          <a:ln/>
        </p:spPr>
        <p:txBody>
          <a:bodyPr wrap="square" rtlCol="0" anchor="ctr"/>
          <a:lstStyle/>
          <a:p>
            <a:pPr marL="0" indent="0">
              <a:buNone/>
            </a:pPr>
            <a:endParaRPr lang="en-US" dirty="0"/>
          </a:p>
        </p:txBody>
      </p:sp>
      <p:sp>
        <p:nvSpPr>
          <p:cNvPr id="3" name="Text 1"/>
          <p:cNvSpPr/>
          <p:nvPr/>
        </p:nvSpPr>
        <p:spPr>
          <a:xfrm>
            <a:off x="0" y="0"/>
            <a:ext cx="12192000" cy="6858000"/>
          </a:xfrm>
          <a:prstGeom prst="rect">
            <a:avLst/>
          </a:prstGeom>
          <a:solidFill>
            <a:srgbClr val="FFFFFF"/>
          </a:solidFill>
          <a:ln/>
        </p:spPr>
        <p:txBody>
          <a:bodyPr wrap="square" rtlCol="0" anchor="ctr"/>
          <a:lstStyle/>
          <a:p>
            <a:pPr marL="0" indent="0">
              <a:buNone/>
            </a:pPr>
            <a:endParaRPr lang="en-US" dirty="0"/>
          </a:p>
        </p:txBody>
      </p:sp>
      <p:sp>
        <p:nvSpPr>
          <p:cNvPr id="4" name="Text 2"/>
          <p:cNvSpPr/>
          <p:nvPr/>
        </p:nvSpPr>
        <p:spPr>
          <a:xfrm>
            <a:off x="478185" y="381000"/>
            <a:ext cx="457200" cy="301752"/>
          </a:xfrm>
          <a:prstGeom prst="rect">
            <a:avLst/>
          </a:prstGeom>
          <a:noFill/>
          <a:ln/>
        </p:spPr>
        <p:txBody>
          <a:bodyPr vert="horz" wrap="none" lIns="0" tIns="0" rIns="0" bIns="0" rtlCol="0" anchor="t">
            <a:normAutofit/>
          </a:bodyPr>
          <a:lstStyle/>
          <a:p>
            <a:pPr marL="0" indent="0" algn="l">
              <a:lnSpc>
                <a:spcPts val="2100"/>
              </a:lnSpc>
              <a:buNone/>
            </a:pPr>
            <a:r>
              <a:rPr lang="en-US" sz="1350" b="1" kern="0" spc="120" dirty="0">
                <a:solidFill>
                  <a:srgbClr val="3C3A32"/>
                </a:solidFill>
                <a:latin typeface="Nunito ExtraLight" pitchFamily="34" charset="0"/>
                <a:ea typeface="Nunito ExtraLight" pitchFamily="34" charset="-122"/>
                <a:cs typeface="Nunito ExtraLight" pitchFamily="34" charset="-120"/>
              </a:rPr>
              <a:t>DJKI</a:t>
            </a:r>
            <a:endParaRPr lang="en-US" sz="1350" dirty="0"/>
          </a:p>
        </p:txBody>
      </p:sp>
      <p:sp>
        <p:nvSpPr>
          <p:cNvPr id="5" name="Text 3"/>
          <p:cNvSpPr/>
          <p:nvPr/>
        </p:nvSpPr>
        <p:spPr>
          <a:xfrm>
            <a:off x="975420" y="438150"/>
            <a:ext cx="9525" cy="152400"/>
          </a:xfrm>
          <a:prstGeom prst="rect">
            <a:avLst/>
          </a:prstGeom>
          <a:solidFill>
            <a:srgbClr val="3C3A32">
              <a:alpha val="30000"/>
            </a:srgbClr>
          </a:solidFill>
          <a:ln/>
        </p:spPr>
        <p:txBody>
          <a:bodyPr wrap="square" rtlCol="0" anchor="ctr"/>
          <a:lstStyle/>
          <a:p>
            <a:pPr marL="0" indent="0">
              <a:buNone/>
            </a:pPr>
            <a:endParaRPr lang="en-US" dirty="0"/>
          </a:p>
        </p:txBody>
      </p:sp>
      <p:sp>
        <p:nvSpPr>
          <p:cNvPr id="6" name="Text 4"/>
          <p:cNvSpPr/>
          <p:nvPr/>
        </p:nvSpPr>
        <p:spPr>
          <a:xfrm>
            <a:off x="1081162" y="419100"/>
            <a:ext cx="2514600" cy="219456"/>
          </a:xfrm>
          <a:prstGeom prst="rect">
            <a:avLst/>
          </a:prstGeom>
          <a:noFill/>
          <a:ln/>
        </p:spPr>
        <p:txBody>
          <a:bodyPr vert="horz" wrap="none" lIns="0" tIns="0" rIns="0" bIns="0" rtlCol="0" anchor="t">
            <a:normAutofit/>
          </a:bodyPr>
          <a:lstStyle/>
          <a:p>
            <a:pPr marL="0" indent="0" algn="l">
              <a:lnSpc>
                <a:spcPts val="1500"/>
              </a:lnSpc>
              <a:buNone/>
            </a:pPr>
            <a:r>
              <a:rPr lang="en-US" sz="1050" kern="0" spc="100" dirty="0">
                <a:solidFill>
                  <a:srgbClr val="3C3A32">
                    <a:alpha val="80000"/>
                  </a:srgbClr>
                </a:solidFill>
                <a:latin typeface="Nunito ExtraLight" pitchFamily="34" charset="0"/>
                <a:ea typeface="Nunito ExtraLight" pitchFamily="34" charset="-122"/>
                <a:cs typeface="Nunito ExtraLight" pitchFamily="34" charset="-120"/>
              </a:rPr>
              <a:t>DIGITAL PROPERTY RIGHTS 2026</a:t>
            </a:r>
            <a:endParaRPr lang="en-US" sz="1050" dirty="0"/>
          </a:p>
        </p:txBody>
      </p:sp>
      <p:sp>
        <p:nvSpPr>
          <p:cNvPr id="7" name="Text 5"/>
          <p:cNvSpPr/>
          <p:nvPr/>
        </p:nvSpPr>
        <p:spPr>
          <a:xfrm>
            <a:off x="10648950" y="438150"/>
            <a:ext cx="1124712" cy="182880"/>
          </a:xfrm>
          <a:prstGeom prst="rect">
            <a:avLst/>
          </a:prstGeom>
          <a:noFill/>
          <a:ln/>
        </p:spPr>
        <p:txBody>
          <a:bodyPr vert="horz" wrap="none" lIns="0" tIns="0" rIns="0" bIns="0" rtlCol="0" anchor="t">
            <a:normAutofit/>
          </a:bodyPr>
          <a:lstStyle/>
          <a:p>
            <a:pPr marL="0" indent="0" algn="l">
              <a:lnSpc>
                <a:spcPts val="1200"/>
              </a:lnSpc>
              <a:buNone/>
            </a:pPr>
            <a:r>
              <a:rPr lang="en-US" sz="900" b="1" dirty="0">
                <a:solidFill>
                  <a:srgbClr val="9CA3AF"/>
                </a:solidFill>
                <a:latin typeface="Nunito ExtraLight" pitchFamily="34" charset="0"/>
                <a:ea typeface="Nunito ExtraLight" pitchFamily="34" charset="-122"/>
                <a:cs typeface="Nunito ExtraLight" pitchFamily="34" charset="-120"/>
              </a:rPr>
              <a:t>25 September 2026</a:t>
            </a:r>
            <a:endParaRPr lang="en-US" sz="900" dirty="0"/>
          </a:p>
        </p:txBody>
      </p:sp>
      <p:sp>
        <p:nvSpPr>
          <p:cNvPr id="8" name="Text 6"/>
          <p:cNvSpPr/>
          <p:nvPr/>
        </p:nvSpPr>
        <p:spPr>
          <a:xfrm>
            <a:off x="10287000" y="4953000"/>
            <a:ext cx="1905000" cy="1905000"/>
          </a:xfrm>
          <a:prstGeom prst="roundRect">
            <a:avLst>
              <a:gd name="adj" fmla="val 480000"/>
            </a:avLst>
          </a:prstGeom>
          <a:solidFill>
            <a:srgbClr val="CDEE9E">
              <a:alpha val="10000"/>
            </a:srgbClr>
          </a:solidFill>
          <a:ln/>
        </p:spPr>
        <p:txBody>
          <a:bodyPr wrap="square" rtlCol="0" anchor="ctr"/>
          <a:lstStyle/>
          <a:p>
            <a:pPr marL="0" indent="0">
              <a:buNone/>
            </a:pPr>
            <a:endParaRPr lang="en-US" dirty="0"/>
          </a:p>
        </p:txBody>
      </p:sp>
      <p:sp>
        <p:nvSpPr>
          <p:cNvPr id="9" name="Text 7"/>
          <p:cNvSpPr/>
          <p:nvPr/>
        </p:nvSpPr>
        <p:spPr>
          <a:xfrm>
            <a:off x="476250" y="874365"/>
            <a:ext cx="11585448" cy="612648"/>
          </a:xfrm>
          <a:prstGeom prst="rect">
            <a:avLst/>
          </a:prstGeom>
          <a:noFill/>
          <a:ln/>
        </p:spPr>
        <p:txBody>
          <a:bodyPr vert="horz" wrap="none" lIns="0" tIns="0" rIns="0" bIns="0" rtlCol="0" anchor="t">
            <a:normAutofit/>
          </a:bodyPr>
          <a:lstStyle/>
          <a:p>
            <a:pPr marL="0" indent="0" algn="l">
              <a:lnSpc>
                <a:spcPts val="4320"/>
              </a:lnSpc>
              <a:buNone/>
            </a:pPr>
            <a:r>
              <a:rPr lang="en-US" sz="3600" dirty="0">
                <a:solidFill>
                  <a:srgbClr val="3C3A32"/>
                </a:solidFill>
                <a:latin typeface="Pacifico" pitchFamily="34" charset="0"/>
                <a:ea typeface="Pacifico" pitchFamily="34" charset="-122"/>
                <a:cs typeface="Pacifico" pitchFamily="34" charset="-120"/>
              </a:rPr>
              <a:t>Daftar Isi</a:t>
            </a:r>
            <a:endParaRPr lang="en-US" sz="3600" dirty="0"/>
          </a:p>
        </p:txBody>
      </p:sp>
      <p:sp>
        <p:nvSpPr>
          <p:cNvPr id="10" name="Text 8"/>
          <p:cNvSpPr/>
          <p:nvPr/>
        </p:nvSpPr>
        <p:spPr>
          <a:xfrm>
            <a:off x="476250" y="1615380"/>
            <a:ext cx="3619500" cy="514350"/>
          </a:xfrm>
          <a:prstGeom prst="rect">
            <a:avLst/>
          </a:prstGeom>
          <a:solidFill>
            <a:srgbClr val="F8F9F5"/>
          </a:solidFill>
          <a:ln/>
        </p:spPr>
        <p:txBody>
          <a:bodyPr wrap="square" rtlCol="0" anchor="ctr"/>
          <a:lstStyle/>
          <a:p>
            <a:pPr marL="0" indent="0">
              <a:buNone/>
            </a:pPr>
            <a:endParaRPr lang="en-US" dirty="0"/>
          </a:p>
        </p:txBody>
      </p:sp>
      <p:sp>
        <p:nvSpPr>
          <p:cNvPr id="11" name="Shape 9"/>
          <p:cNvSpPr/>
          <p:nvPr/>
        </p:nvSpPr>
        <p:spPr>
          <a:xfrm>
            <a:off x="476250" y="1615380"/>
            <a:ext cx="0" cy="514350"/>
          </a:xfrm>
          <a:prstGeom prst="line">
            <a:avLst/>
          </a:prstGeom>
          <a:noFill/>
          <a:ln w="28575">
            <a:solidFill>
              <a:srgbClr val="CDEE9E"/>
            </a:solidFill>
            <a:prstDash val="solid"/>
          </a:ln>
        </p:spPr>
      </p:sp>
      <p:sp>
        <p:nvSpPr>
          <p:cNvPr id="12" name="Text 10"/>
          <p:cNvSpPr/>
          <p:nvPr/>
        </p:nvSpPr>
        <p:spPr>
          <a:xfrm>
            <a:off x="619125" y="1726853"/>
            <a:ext cx="2423160" cy="173736"/>
          </a:xfrm>
          <a:prstGeom prst="rect">
            <a:avLst/>
          </a:prstGeom>
          <a:noFill/>
          <a:ln/>
        </p:spPr>
        <p:txBody>
          <a:bodyPr vert="horz" wrap="none" lIns="0" tIns="0" rIns="0" bIns="0" rtlCol="0" anchor="t">
            <a:normAutofit/>
          </a:bodyPr>
          <a:lstStyle/>
          <a:p>
            <a:pPr marL="0" indent="0" algn="l">
              <a:lnSpc>
                <a:spcPts val="1125"/>
              </a:lnSpc>
              <a:buNone/>
            </a:pPr>
            <a:r>
              <a:rPr lang="en-US" sz="750" b="1" dirty="0">
                <a:solidFill>
                  <a:srgbClr val="D1D5DB"/>
                </a:solidFill>
                <a:latin typeface="Nunito ExtraLight" pitchFamily="34" charset="0"/>
                <a:ea typeface="Nunito ExtraLight" pitchFamily="34" charset="-122"/>
                <a:cs typeface="Nunito ExtraLight" pitchFamily="34" charset="-120"/>
              </a:rPr>
              <a:t>BAGIAN 01</a:t>
            </a:r>
            <a:endParaRPr lang="en-US" sz="750" dirty="0"/>
          </a:p>
        </p:txBody>
      </p:sp>
      <p:sp>
        <p:nvSpPr>
          <p:cNvPr id="13" name="Text 11"/>
          <p:cNvSpPr/>
          <p:nvPr/>
        </p:nvSpPr>
        <p:spPr>
          <a:xfrm>
            <a:off x="619125" y="1867793"/>
            <a:ext cx="2423160" cy="182880"/>
          </a:xfrm>
          <a:prstGeom prst="rect">
            <a:avLst/>
          </a:prstGeom>
          <a:noFill/>
          <a:ln/>
        </p:spPr>
        <p:txBody>
          <a:bodyPr vert="horz" wrap="none" lIns="0" tIns="0" rIns="0" bIns="0" rtlCol="0" anchor="t">
            <a:normAutofit/>
          </a:bodyPr>
          <a:lstStyle/>
          <a:p>
            <a:pPr marL="0" indent="0" algn="l">
              <a:lnSpc>
                <a:spcPts val="1170"/>
              </a:lnSpc>
              <a:buNone/>
            </a:pPr>
            <a:r>
              <a:rPr lang="en-US" sz="975" b="1" dirty="0">
                <a:solidFill>
                  <a:srgbClr val="3C3A32"/>
                </a:solidFill>
                <a:latin typeface="Nunito ExtraLight" pitchFamily="34" charset="0"/>
                <a:ea typeface="Nunito ExtraLight" pitchFamily="34" charset="-122"/>
                <a:cs typeface="Nunito ExtraLight" pitchFamily="34" charset="-120"/>
              </a:rPr>
              <a:t>Pendahuluan dan Tujuan Pembelajaran</a:t>
            </a:r>
            <a:endParaRPr lang="en-US" sz="975" dirty="0"/>
          </a:p>
        </p:txBody>
      </p:sp>
      <p:sp>
        <p:nvSpPr>
          <p:cNvPr id="14" name="Text 12"/>
          <p:cNvSpPr/>
          <p:nvPr/>
        </p:nvSpPr>
        <p:spPr>
          <a:xfrm>
            <a:off x="476250" y="2186880"/>
            <a:ext cx="3619500" cy="514350"/>
          </a:xfrm>
          <a:prstGeom prst="rect">
            <a:avLst/>
          </a:prstGeom>
          <a:solidFill>
            <a:srgbClr val="F8F9F5"/>
          </a:solidFill>
          <a:ln/>
        </p:spPr>
        <p:txBody>
          <a:bodyPr wrap="square" rtlCol="0" anchor="ctr"/>
          <a:lstStyle/>
          <a:p>
            <a:pPr marL="0" indent="0">
              <a:buNone/>
            </a:pPr>
            <a:endParaRPr lang="en-US" dirty="0"/>
          </a:p>
        </p:txBody>
      </p:sp>
      <p:sp>
        <p:nvSpPr>
          <p:cNvPr id="15" name="Shape 13"/>
          <p:cNvSpPr/>
          <p:nvPr/>
        </p:nvSpPr>
        <p:spPr>
          <a:xfrm>
            <a:off x="476250" y="2186880"/>
            <a:ext cx="0" cy="514350"/>
          </a:xfrm>
          <a:prstGeom prst="line">
            <a:avLst/>
          </a:prstGeom>
          <a:noFill/>
          <a:ln w="28575">
            <a:solidFill>
              <a:srgbClr val="CDEE9E"/>
            </a:solidFill>
            <a:prstDash val="solid"/>
          </a:ln>
        </p:spPr>
      </p:sp>
      <p:sp>
        <p:nvSpPr>
          <p:cNvPr id="16" name="Text 14"/>
          <p:cNvSpPr/>
          <p:nvPr/>
        </p:nvSpPr>
        <p:spPr>
          <a:xfrm>
            <a:off x="619125" y="2298353"/>
            <a:ext cx="2249424" cy="173736"/>
          </a:xfrm>
          <a:prstGeom prst="rect">
            <a:avLst/>
          </a:prstGeom>
          <a:noFill/>
          <a:ln/>
        </p:spPr>
        <p:txBody>
          <a:bodyPr vert="horz" wrap="none" lIns="0" tIns="0" rIns="0" bIns="0" rtlCol="0" anchor="t">
            <a:normAutofit/>
          </a:bodyPr>
          <a:lstStyle/>
          <a:p>
            <a:pPr marL="0" indent="0" algn="l">
              <a:lnSpc>
                <a:spcPts val="1125"/>
              </a:lnSpc>
              <a:buNone/>
            </a:pPr>
            <a:r>
              <a:rPr lang="en-US" sz="750" b="1" dirty="0">
                <a:solidFill>
                  <a:srgbClr val="D1D5DB"/>
                </a:solidFill>
                <a:latin typeface="Nunito ExtraLight" pitchFamily="34" charset="0"/>
                <a:ea typeface="Nunito ExtraLight" pitchFamily="34" charset="-122"/>
                <a:cs typeface="Nunito ExtraLight" pitchFamily="34" charset="-120"/>
              </a:rPr>
              <a:t>BAGIAN 02</a:t>
            </a:r>
            <a:endParaRPr lang="en-US" sz="750" dirty="0"/>
          </a:p>
        </p:txBody>
      </p:sp>
      <p:sp>
        <p:nvSpPr>
          <p:cNvPr id="17" name="Text 15"/>
          <p:cNvSpPr/>
          <p:nvPr/>
        </p:nvSpPr>
        <p:spPr>
          <a:xfrm>
            <a:off x="619125" y="2439293"/>
            <a:ext cx="2258568" cy="182880"/>
          </a:xfrm>
          <a:prstGeom prst="rect">
            <a:avLst/>
          </a:prstGeom>
          <a:noFill/>
          <a:ln/>
        </p:spPr>
        <p:txBody>
          <a:bodyPr vert="horz" wrap="none" lIns="0" tIns="0" rIns="0" bIns="0" rtlCol="0" anchor="t">
            <a:normAutofit/>
          </a:bodyPr>
          <a:lstStyle/>
          <a:p>
            <a:pPr marL="0" indent="0" algn="l">
              <a:lnSpc>
                <a:spcPts val="1170"/>
              </a:lnSpc>
              <a:buNone/>
            </a:pPr>
            <a:r>
              <a:rPr lang="en-US" sz="975" b="1" dirty="0">
                <a:solidFill>
                  <a:srgbClr val="3C3A32"/>
                </a:solidFill>
                <a:latin typeface="Nunito ExtraLight" pitchFamily="34" charset="0"/>
                <a:ea typeface="Nunito ExtraLight" pitchFamily="34" charset="-122"/>
                <a:cs typeface="Nunito ExtraLight" pitchFamily="34" charset="-120"/>
              </a:rPr>
              <a:t>Pendaftaran Merek via e-Merek DJKI</a:t>
            </a:r>
            <a:endParaRPr lang="en-US" sz="975" dirty="0"/>
          </a:p>
        </p:txBody>
      </p:sp>
      <p:sp>
        <p:nvSpPr>
          <p:cNvPr id="18" name="Text 16"/>
          <p:cNvSpPr/>
          <p:nvPr/>
        </p:nvSpPr>
        <p:spPr>
          <a:xfrm>
            <a:off x="476250" y="2758380"/>
            <a:ext cx="3619500" cy="514350"/>
          </a:xfrm>
          <a:prstGeom prst="rect">
            <a:avLst/>
          </a:prstGeom>
          <a:solidFill>
            <a:srgbClr val="F8F9F5"/>
          </a:solidFill>
          <a:ln/>
        </p:spPr>
        <p:txBody>
          <a:bodyPr wrap="square" rtlCol="0" anchor="ctr"/>
          <a:lstStyle/>
          <a:p>
            <a:pPr marL="0" indent="0">
              <a:buNone/>
            </a:pPr>
            <a:endParaRPr lang="en-US" dirty="0"/>
          </a:p>
        </p:txBody>
      </p:sp>
      <p:sp>
        <p:nvSpPr>
          <p:cNvPr id="19" name="Shape 17"/>
          <p:cNvSpPr/>
          <p:nvPr/>
        </p:nvSpPr>
        <p:spPr>
          <a:xfrm>
            <a:off x="476250" y="2758380"/>
            <a:ext cx="0" cy="514350"/>
          </a:xfrm>
          <a:prstGeom prst="line">
            <a:avLst/>
          </a:prstGeom>
          <a:noFill/>
          <a:ln w="28575">
            <a:solidFill>
              <a:srgbClr val="CDEE9E"/>
            </a:solidFill>
            <a:prstDash val="solid"/>
          </a:ln>
        </p:spPr>
      </p:sp>
      <p:sp>
        <p:nvSpPr>
          <p:cNvPr id="20" name="Text 18"/>
          <p:cNvSpPr/>
          <p:nvPr/>
        </p:nvSpPr>
        <p:spPr>
          <a:xfrm>
            <a:off x="619125" y="2869853"/>
            <a:ext cx="2185416" cy="173736"/>
          </a:xfrm>
          <a:prstGeom prst="rect">
            <a:avLst/>
          </a:prstGeom>
          <a:noFill/>
          <a:ln/>
        </p:spPr>
        <p:txBody>
          <a:bodyPr vert="horz" wrap="none" lIns="0" tIns="0" rIns="0" bIns="0" rtlCol="0" anchor="t">
            <a:normAutofit/>
          </a:bodyPr>
          <a:lstStyle/>
          <a:p>
            <a:pPr marL="0" indent="0" algn="l">
              <a:lnSpc>
                <a:spcPts val="1125"/>
              </a:lnSpc>
              <a:buNone/>
            </a:pPr>
            <a:r>
              <a:rPr lang="en-US" sz="750" b="1" dirty="0">
                <a:solidFill>
                  <a:srgbClr val="D1D5DB"/>
                </a:solidFill>
                <a:latin typeface="Nunito ExtraLight" pitchFamily="34" charset="0"/>
                <a:ea typeface="Nunito ExtraLight" pitchFamily="34" charset="-122"/>
                <a:cs typeface="Nunito ExtraLight" pitchFamily="34" charset="-120"/>
              </a:rPr>
              <a:t>BAGIAN 03</a:t>
            </a:r>
            <a:endParaRPr lang="en-US" sz="750" dirty="0"/>
          </a:p>
        </p:txBody>
      </p:sp>
      <p:sp>
        <p:nvSpPr>
          <p:cNvPr id="21" name="Text 19"/>
          <p:cNvSpPr/>
          <p:nvPr/>
        </p:nvSpPr>
        <p:spPr>
          <a:xfrm>
            <a:off x="619125" y="3010793"/>
            <a:ext cx="2194560" cy="182880"/>
          </a:xfrm>
          <a:prstGeom prst="rect">
            <a:avLst/>
          </a:prstGeom>
          <a:noFill/>
          <a:ln/>
        </p:spPr>
        <p:txBody>
          <a:bodyPr vert="horz" wrap="none" lIns="0" tIns="0" rIns="0" bIns="0" rtlCol="0" anchor="t">
            <a:normAutofit/>
          </a:bodyPr>
          <a:lstStyle/>
          <a:p>
            <a:pPr marL="0" indent="0" algn="l">
              <a:lnSpc>
                <a:spcPts val="1170"/>
              </a:lnSpc>
              <a:buNone/>
            </a:pPr>
            <a:r>
              <a:rPr lang="en-US" sz="975" b="1" dirty="0">
                <a:solidFill>
                  <a:srgbClr val="3C3A32"/>
                </a:solidFill>
                <a:latin typeface="Nunito ExtraLight" pitchFamily="34" charset="0"/>
                <a:ea typeface="Nunito ExtraLight" pitchFamily="34" charset="-122"/>
                <a:cs typeface="Nunito ExtraLight" pitchFamily="34" charset="-120"/>
              </a:rPr>
              <a:t>Langkah Pendaftaran Merek Online</a:t>
            </a:r>
            <a:endParaRPr lang="en-US" sz="975" dirty="0"/>
          </a:p>
        </p:txBody>
      </p:sp>
      <p:sp>
        <p:nvSpPr>
          <p:cNvPr id="22" name="Text 20"/>
          <p:cNvSpPr/>
          <p:nvPr/>
        </p:nvSpPr>
        <p:spPr>
          <a:xfrm>
            <a:off x="476250" y="3329880"/>
            <a:ext cx="3619500" cy="514350"/>
          </a:xfrm>
          <a:prstGeom prst="rect">
            <a:avLst/>
          </a:prstGeom>
          <a:solidFill>
            <a:srgbClr val="F8F9F5"/>
          </a:solidFill>
          <a:ln/>
        </p:spPr>
        <p:txBody>
          <a:bodyPr wrap="square" rtlCol="0" anchor="ctr"/>
          <a:lstStyle/>
          <a:p>
            <a:pPr marL="0" indent="0">
              <a:buNone/>
            </a:pPr>
            <a:endParaRPr lang="en-US" dirty="0"/>
          </a:p>
        </p:txBody>
      </p:sp>
      <p:sp>
        <p:nvSpPr>
          <p:cNvPr id="23" name="Shape 21"/>
          <p:cNvSpPr/>
          <p:nvPr/>
        </p:nvSpPr>
        <p:spPr>
          <a:xfrm>
            <a:off x="476250" y="3329880"/>
            <a:ext cx="0" cy="514350"/>
          </a:xfrm>
          <a:prstGeom prst="line">
            <a:avLst/>
          </a:prstGeom>
          <a:noFill/>
          <a:ln w="28575">
            <a:solidFill>
              <a:srgbClr val="CDEE9E"/>
            </a:solidFill>
            <a:prstDash val="solid"/>
          </a:ln>
        </p:spPr>
      </p:sp>
      <p:sp>
        <p:nvSpPr>
          <p:cNvPr id="24" name="Text 22"/>
          <p:cNvSpPr/>
          <p:nvPr/>
        </p:nvSpPr>
        <p:spPr>
          <a:xfrm>
            <a:off x="619125" y="3441353"/>
            <a:ext cx="2167128" cy="173736"/>
          </a:xfrm>
          <a:prstGeom prst="rect">
            <a:avLst/>
          </a:prstGeom>
          <a:noFill/>
          <a:ln/>
        </p:spPr>
        <p:txBody>
          <a:bodyPr vert="horz" wrap="none" lIns="0" tIns="0" rIns="0" bIns="0" rtlCol="0" anchor="t">
            <a:normAutofit/>
          </a:bodyPr>
          <a:lstStyle/>
          <a:p>
            <a:pPr marL="0" indent="0" algn="l">
              <a:lnSpc>
                <a:spcPts val="1125"/>
              </a:lnSpc>
              <a:buNone/>
            </a:pPr>
            <a:r>
              <a:rPr lang="en-US" sz="750" b="1" dirty="0">
                <a:solidFill>
                  <a:srgbClr val="D1D5DB"/>
                </a:solidFill>
                <a:latin typeface="Nunito ExtraLight" pitchFamily="34" charset="0"/>
                <a:ea typeface="Nunito ExtraLight" pitchFamily="34" charset="-122"/>
                <a:cs typeface="Nunito ExtraLight" pitchFamily="34" charset="-120"/>
              </a:rPr>
              <a:t>BAGIAN 04</a:t>
            </a:r>
            <a:endParaRPr lang="en-US" sz="750" dirty="0"/>
          </a:p>
        </p:txBody>
      </p:sp>
      <p:sp>
        <p:nvSpPr>
          <p:cNvPr id="25" name="Text 23"/>
          <p:cNvSpPr/>
          <p:nvPr/>
        </p:nvSpPr>
        <p:spPr>
          <a:xfrm>
            <a:off x="619125" y="3582293"/>
            <a:ext cx="2176272" cy="182880"/>
          </a:xfrm>
          <a:prstGeom prst="rect">
            <a:avLst/>
          </a:prstGeom>
          <a:noFill/>
          <a:ln/>
        </p:spPr>
        <p:txBody>
          <a:bodyPr vert="horz" wrap="none" lIns="0" tIns="0" rIns="0" bIns="0" rtlCol="0" anchor="t">
            <a:normAutofit/>
          </a:bodyPr>
          <a:lstStyle/>
          <a:p>
            <a:pPr marL="0" indent="0" algn="l">
              <a:lnSpc>
                <a:spcPts val="1170"/>
              </a:lnSpc>
              <a:buNone/>
            </a:pPr>
            <a:r>
              <a:rPr lang="en-US" sz="975" b="1" dirty="0">
                <a:solidFill>
                  <a:srgbClr val="3C3A32"/>
                </a:solidFill>
                <a:latin typeface="Nunito ExtraLight" pitchFamily="34" charset="0"/>
                <a:ea typeface="Nunito ExtraLight" pitchFamily="34" charset="-122"/>
                <a:cs typeface="Nunito ExtraLight" pitchFamily="34" charset="-120"/>
              </a:rPr>
              <a:t>Persyaratan Dokumen Administrasi</a:t>
            </a:r>
            <a:endParaRPr lang="en-US" sz="975" dirty="0"/>
          </a:p>
        </p:txBody>
      </p:sp>
      <p:sp>
        <p:nvSpPr>
          <p:cNvPr id="26" name="Text 24"/>
          <p:cNvSpPr/>
          <p:nvPr/>
        </p:nvSpPr>
        <p:spPr>
          <a:xfrm>
            <a:off x="476250" y="3901380"/>
            <a:ext cx="3619500" cy="514350"/>
          </a:xfrm>
          <a:prstGeom prst="rect">
            <a:avLst/>
          </a:prstGeom>
          <a:solidFill>
            <a:srgbClr val="F8F9F5"/>
          </a:solidFill>
          <a:ln/>
        </p:spPr>
        <p:txBody>
          <a:bodyPr wrap="square" rtlCol="0" anchor="ctr"/>
          <a:lstStyle/>
          <a:p>
            <a:pPr marL="0" indent="0">
              <a:buNone/>
            </a:pPr>
            <a:endParaRPr lang="en-US" dirty="0"/>
          </a:p>
        </p:txBody>
      </p:sp>
      <p:sp>
        <p:nvSpPr>
          <p:cNvPr id="27" name="Shape 25"/>
          <p:cNvSpPr/>
          <p:nvPr/>
        </p:nvSpPr>
        <p:spPr>
          <a:xfrm>
            <a:off x="476250" y="3901380"/>
            <a:ext cx="0" cy="514350"/>
          </a:xfrm>
          <a:prstGeom prst="line">
            <a:avLst/>
          </a:prstGeom>
          <a:noFill/>
          <a:ln w="28575">
            <a:solidFill>
              <a:srgbClr val="CDEE9E"/>
            </a:solidFill>
            <a:prstDash val="solid"/>
          </a:ln>
        </p:spPr>
      </p:sp>
      <p:sp>
        <p:nvSpPr>
          <p:cNvPr id="28" name="Text 26"/>
          <p:cNvSpPr/>
          <p:nvPr/>
        </p:nvSpPr>
        <p:spPr>
          <a:xfrm>
            <a:off x="619125" y="4012853"/>
            <a:ext cx="2377440" cy="173736"/>
          </a:xfrm>
          <a:prstGeom prst="rect">
            <a:avLst/>
          </a:prstGeom>
          <a:noFill/>
          <a:ln/>
        </p:spPr>
        <p:txBody>
          <a:bodyPr vert="horz" wrap="none" lIns="0" tIns="0" rIns="0" bIns="0" rtlCol="0" anchor="t">
            <a:normAutofit/>
          </a:bodyPr>
          <a:lstStyle/>
          <a:p>
            <a:pPr marL="0" indent="0" algn="l">
              <a:lnSpc>
                <a:spcPts val="1125"/>
              </a:lnSpc>
              <a:buNone/>
            </a:pPr>
            <a:r>
              <a:rPr lang="en-US" sz="750" b="1" dirty="0">
                <a:solidFill>
                  <a:srgbClr val="D1D5DB"/>
                </a:solidFill>
                <a:latin typeface="Nunito ExtraLight" pitchFamily="34" charset="0"/>
                <a:ea typeface="Nunito ExtraLight" pitchFamily="34" charset="-122"/>
                <a:cs typeface="Nunito ExtraLight" pitchFamily="34" charset="-120"/>
              </a:rPr>
              <a:t>BAGIAN 05</a:t>
            </a:r>
            <a:endParaRPr lang="en-US" sz="750" dirty="0"/>
          </a:p>
        </p:txBody>
      </p:sp>
      <p:sp>
        <p:nvSpPr>
          <p:cNvPr id="29" name="Text 27"/>
          <p:cNvSpPr/>
          <p:nvPr/>
        </p:nvSpPr>
        <p:spPr>
          <a:xfrm>
            <a:off x="619125" y="4153793"/>
            <a:ext cx="2386584" cy="182880"/>
          </a:xfrm>
          <a:prstGeom prst="rect">
            <a:avLst/>
          </a:prstGeom>
          <a:noFill/>
          <a:ln/>
        </p:spPr>
        <p:txBody>
          <a:bodyPr vert="horz" wrap="none" lIns="0" tIns="0" rIns="0" bIns="0" rtlCol="0" anchor="t">
            <a:normAutofit/>
          </a:bodyPr>
          <a:lstStyle/>
          <a:p>
            <a:pPr marL="0" indent="0" algn="l">
              <a:lnSpc>
                <a:spcPts val="1170"/>
              </a:lnSpc>
              <a:buNone/>
            </a:pPr>
            <a:r>
              <a:rPr lang="en-US" sz="975" b="1" dirty="0">
                <a:solidFill>
                  <a:srgbClr val="3C3A32"/>
                </a:solidFill>
                <a:latin typeface="Nunito ExtraLight" pitchFamily="34" charset="0"/>
                <a:ea typeface="Nunito ExtraLight" pitchFamily="34" charset="-122"/>
                <a:cs typeface="Nunito ExtraLight" pitchFamily="34" charset="-120"/>
              </a:rPr>
              <a:t>Alur Proses dan Timeline Pendaftaran</a:t>
            </a:r>
            <a:endParaRPr lang="en-US" sz="975" dirty="0"/>
          </a:p>
        </p:txBody>
      </p:sp>
      <p:sp>
        <p:nvSpPr>
          <p:cNvPr id="30" name="Text 28"/>
          <p:cNvSpPr/>
          <p:nvPr/>
        </p:nvSpPr>
        <p:spPr>
          <a:xfrm>
            <a:off x="476250" y="4472880"/>
            <a:ext cx="3619500" cy="514350"/>
          </a:xfrm>
          <a:prstGeom prst="rect">
            <a:avLst/>
          </a:prstGeom>
          <a:solidFill>
            <a:srgbClr val="F8F9F5"/>
          </a:solidFill>
          <a:ln/>
        </p:spPr>
        <p:txBody>
          <a:bodyPr wrap="square" rtlCol="0" anchor="ctr"/>
          <a:lstStyle/>
          <a:p>
            <a:pPr marL="0" indent="0">
              <a:buNone/>
            </a:pPr>
            <a:endParaRPr lang="en-US" dirty="0"/>
          </a:p>
        </p:txBody>
      </p:sp>
      <p:sp>
        <p:nvSpPr>
          <p:cNvPr id="31" name="Shape 29"/>
          <p:cNvSpPr/>
          <p:nvPr/>
        </p:nvSpPr>
        <p:spPr>
          <a:xfrm>
            <a:off x="476250" y="4472880"/>
            <a:ext cx="0" cy="514350"/>
          </a:xfrm>
          <a:prstGeom prst="line">
            <a:avLst/>
          </a:prstGeom>
          <a:noFill/>
          <a:ln w="28575">
            <a:solidFill>
              <a:srgbClr val="CDEE9E"/>
            </a:solidFill>
            <a:prstDash val="solid"/>
          </a:ln>
        </p:spPr>
      </p:sp>
      <p:sp>
        <p:nvSpPr>
          <p:cNvPr id="32" name="Text 30"/>
          <p:cNvSpPr/>
          <p:nvPr/>
        </p:nvSpPr>
        <p:spPr>
          <a:xfrm>
            <a:off x="619125" y="4584353"/>
            <a:ext cx="2084832" cy="173736"/>
          </a:xfrm>
          <a:prstGeom prst="rect">
            <a:avLst/>
          </a:prstGeom>
          <a:noFill/>
          <a:ln/>
        </p:spPr>
        <p:txBody>
          <a:bodyPr vert="horz" wrap="none" lIns="0" tIns="0" rIns="0" bIns="0" rtlCol="0" anchor="t">
            <a:normAutofit/>
          </a:bodyPr>
          <a:lstStyle/>
          <a:p>
            <a:pPr marL="0" indent="0" algn="l">
              <a:lnSpc>
                <a:spcPts val="1125"/>
              </a:lnSpc>
              <a:buNone/>
            </a:pPr>
            <a:r>
              <a:rPr lang="en-US" sz="750" b="1" dirty="0">
                <a:solidFill>
                  <a:srgbClr val="D1D5DB"/>
                </a:solidFill>
                <a:latin typeface="Nunito ExtraLight" pitchFamily="34" charset="0"/>
                <a:ea typeface="Nunito ExtraLight" pitchFamily="34" charset="-122"/>
                <a:cs typeface="Nunito ExtraLight" pitchFamily="34" charset="-120"/>
              </a:rPr>
              <a:t>BAGIAN 06</a:t>
            </a:r>
            <a:endParaRPr lang="en-US" sz="750" dirty="0"/>
          </a:p>
        </p:txBody>
      </p:sp>
      <p:sp>
        <p:nvSpPr>
          <p:cNvPr id="33" name="Text 31"/>
          <p:cNvSpPr/>
          <p:nvPr/>
        </p:nvSpPr>
        <p:spPr>
          <a:xfrm>
            <a:off x="619125" y="4725293"/>
            <a:ext cx="2093976" cy="182880"/>
          </a:xfrm>
          <a:prstGeom prst="rect">
            <a:avLst/>
          </a:prstGeom>
          <a:noFill/>
          <a:ln/>
        </p:spPr>
        <p:txBody>
          <a:bodyPr vert="horz" wrap="none" lIns="0" tIns="0" rIns="0" bIns="0" rtlCol="0" anchor="t">
            <a:normAutofit/>
          </a:bodyPr>
          <a:lstStyle/>
          <a:p>
            <a:pPr marL="0" indent="0" algn="l">
              <a:lnSpc>
                <a:spcPts val="1170"/>
              </a:lnSpc>
              <a:buNone/>
            </a:pPr>
            <a:r>
              <a:rPr lang="en-US" sz="975" b="1" dirty="0">
                <a:solidFill>
                  <a:srgbClr val="3C3A32"/>
                </a:solidFill>
                <a:latin typeface="Nunito ExtraLight" pitchFamily="34" charset="0"/>
                <a:ea typeface="Nunito ExtraLight" pitchFamily="34" charset="-122"/>
                <a:cs typeface="Nunito ExtraLight" pitchFamily="34" charset="-120"/>
              </a:rPr>
              <a:t>Struktur Biaya Pendaftaran Merek</a:t>
            </a:r>
            <a:endParaRPr lang="en-US" sz="975" dirty="0"/>
          </a:p>
        </p:txBody>
      </p:sp>
      <p:sp>
        <p:nvSpPr>
          <p:cNvPr id="34" name="Text 32"/>
          <p:cNvSpPr/>
          <p:nvPr/>
        </p:nvSpPr>
        <p:spPr>
          <a:xfrm>
            <a:off x="476250" y="5044380"/>
            <a:ext cx="3619500" cy="514350"/>
          </a:xfrm>
          <a:prstGeom prst="rect">
            <a:avLst/>
          </a:prstGeom>
          <a:solidFill>
            <a:srgbClr val="F8F9F5"/>
          </a:solidFill>
          <a:ln/>
        </p:spPr>
        <p:txBody>
          <a:bodyPr wrap="square" rtlCol="0" anchor="ctr"/>
          <a:lstStyle/>
          <a:p>
            <a:pPr marL="0" indent="0">
              <a:buNone/>
            </a:pPr>
            <a:endParaRPr lang="en-US" dirty="0"/>
          </a:p>
        </p:txBody>
      </p:sp>
      <p:sp>
        <p:nvSpPr>
          <p:cNvPr id="35" name="Shape 33"/>
          <p:cNvSpPr/>
          <p:nvPr/>
        </p:nvSpPr>
        <p:spPr>
          <a:xfrm>
            <a:off x="476250" y="5044380"/>
            <a:ext cx="0" cy="514350"/>
          </a:xfrm>
          <a:prstGeom prst="line">
            <a:avLst/>
          </a:prstGeom>
          <a:noFill/>
          <a:ln w="28575">
            <a:solidFill>
              <a:srgbClr val="CDEE9E"/>
            </a:solidFill>
            <a:prstDash val="solid"/>
          </a:ln>
        </p:spPr>
      </p:sp>
      <p:sp>
        <p:nvSpPr>
          <p:cNvPr id="36" name="Text 34"/>
          <p:cNvSpPr/>
          <p:nvPr/>
        </p:nvSpPr>
        <p:spPr>
          <a:xfrm>
            <a:off x="619125" y="5155853"/>
            <a:ext cx="2057400" cy="173736"/>
          </a:xfrm>
          <a:prstGeom prst="rect">
            <a:avLst/>
          </a:prstGeom>
          <a:noFill/>
          <a:ln/>
        </p:spPr>
        <p:txBody>
          <a:bodyPr vert="horz" wrap="none" lIns="0" tIns="0" rIns="0" bIns="0" rtlCol="0" anchor="t">
            <a:normAutofit/>
          </a:bodyPr>
          <a:lstStyle/>
          <a:p>
            <a:pPr marL="0" indent="0" algn="l">
              <a:lnSpc>
                <a:spcPts val="1125"/>
              </a:lnSpc>
              <a:buNone/>
            </a:pPr>
            <a:r>
              <a:rPr lang="en-US" sz="750" b="1" dirty="0">
                <a:solidFill>
                  <a:srgbClr val="D1D5DB"/>
                </a:solidFill>
                <a:latin typeface="Nunito ExtraLight" pitchFamily="34" charset="0"/>
                <a:ea typeface="Nunito ExtraLight" pitchFamily="34" charset="-122"/>
                <a:cs typeface="Nunito ExtraLight" pitchFamily="34" charset="-120"/>
              </a:rPr>
              <a:t>BAGIAN 07</a:t>
            </a:r>
            <a:endParaRPr lang="en-US" sz="750" dirty="0"/>
          </a:p>
        </p:txBody>
      </p:sp>
      <p:sp>
        <p:nvSpPr>
          <p:cNvPr id="37" name="Text 35"/>
          <p:cNvSpPr/>
          <p:nvPr/>
        </p:nvSpPr>
        <p:spPr>
          <a:xfrm>
            <a:off x="619125" y="5296793"/>
            <a:ext cx="2066544" cy="182880"/>
          </a:xfrm>
          <a:prstGeom prst="rect">
            <a:avLst/>
          </a:prstGeom>
          <a:noFill/>
          <a:ln/>
        </p:spPr>
        <p:txBody>
          <a:bodyPr vert="horz" wrap="none" lIns="0" tIns="0" rIns="0" bIns="0" rtlCol="0" anchor="t">
            <a:normAutofit/>
          </a:bodyPr>
          <a:lstStyle/>
          <a:p>
            <a:pPr marL="0" indent="0" algn="l">
              <a:lnSpc>
                <a:spcPts val="1170"/>
              </a:lnSpc>
              <a:buNone/>
            </a:pPr>
            <a:r>
              <a:rPr lang="en-US" sz="975" b="1" dirty="0">
                <a:solidFill>
                  <a:srgbClr val="3C3A32"/>
                </a:solidFill>
                <a:latin typeface="Nunito ExtraLight" pitchFamily="34" charset="0"/>
                <a:ea typeface="Nunito ExtraLight" pitchFamily="34" charset="-122"/>
                <a:cs typeface="Nunito ExtraLight" pitchFamily="34" charset="-120"/>
              </a:rPr>
              <a:t>Analisis Nice untuk Bisnis Digital</a:t>
            </a:r>
            <a:endParaRPr lang="en-US" sz="975" dirty="0"/>
          </a:p>
        </p:txBody>
      </p:sp>
      <p:sp>
        <p:nvSpPr>
          <p:cNvPr id="38" name="Text 36"/>
          <p:cNvSpPr/>
          <p:nvPr/>
        </p:nvSpPr>
        <p:spPr>
          <a:xfrm>
            <a:off x="4286250" y="1615380"/>
            <a:ext cx="3619500" cy="514350"/>
          </a:xfrm>
          <a:prstGeom prst="rect">
            <a:avLst/>
          </a:prstGeom>
          <a:solidFill>
            <a:srgbClr val="F8F9F5"/>
          </a:solidFill>
          <a:ln/>
        </p:spPr>
        <p:txBody>
          <a:bodyPr wrap="square" rtlCol="0" anchor="ctr"/>
          <a:lstStyle/>
          <a:p>
            <a:pPr marL="0" indent="0">
              <a:buNone/>
            </a:pPr>
            <a:endParaRPr lang="en-US" dirty="0"/>
          </a:p>
        </p:txBody>
      </p:sp>
      <p:sp>
        <p:nvSpPr>
          <p:cNvPr id="39" name="Shape 37"/>
          <p:cNvSpPr/>
          <p:nvPr/>
        </p:nvSpPr>
        <p:spPr>
          <a:xfrm>
            <a:off x="4286250" y="1615380"/>
            <a:ext cx="0" cy="514350"/>
          </a:xfrm>
          <a:prstGeom prst="line">
            <a:avLst/>
          </a:prstGeom>
          <a:noFill/>
          <a:ln w="28575">
            <a:solidFill>
              <a:srgbClr val="CDEE9E"/>
            </a:solidFill>
            <a:prstDash val="solid"/>
          </a:ln>
        </p:spPr>
      </p:sp>
      <p:sp>
        <p:nvSpPr>
          <p:cNvPr id="40" name="Text 38"/>
          <p:cNvSpPr/>
          <p:nvPr/>
        </p:nvSpPr>
        <p:spPr>
          <a:xfrm>
            <a:off x="4429125" y="1726853"/>
            <a:ext cx="1874520" cy="173736"/>
          </a:xfrm>
          <a:prstGeom prst="rect">
            <a:avLst/>
          </a:prstGeom>
          <a:noFill/>
          <a:ln/>
        </p:spPr>
        <p:txBody>
          <a:bodyPr vert="horz" wrap="none" lIns="0" tIns="0" rIns="0" bIns="0" rtlCol="0" anchor="t">
            <a:normAutofit/>
          </a:bodyPr>
          <a:lstStyle/>
          <a:p>
            <a:pPr marL="0" indent="0" algn="l">
              <a:lnSpc>
                <a:spcPts val="1125"/>
              </a:lnSpc>
              <a:buNone/>
            </a:pPr>
            <a:r>
              <a:rPr lang="en-US" sz="750" b="1" dirty="0">
                <a:solidFill>
                  <a:srgbClr val="D1D5DB"/>
                </a:solidFill>
                <a:latin typeface="Nunito ExtraLight" pitchFamily="34" charset="0"/>
                <a:ea typeface="Nunito ExtraLight" pitchFamily="34" charset="-122"/>
                <a:cs typeface="Nunito ExtraLight" pitchFamily="34" charset="-120"/>
              </a:rPr>
              <a:t>BAGIAN 08</a:t>
            </a:r>
            <a:endParaRPr lang="en-US" sz="750" dirty="0"/>
          </a:p>
        </p:txBody>
      </p:sp>
      <p:sp>
        <p:nvSpPr>
          <p:cNvPr id="41" name="Text 39"/>
          <p:cNvSpPr/>
          <p:nvPr/>
        </p:nvSpPr>
        <p:spPr>
          <a:xfrm>
            <a:off x="4429125" y="1867793"/>
            <a:ext cx="1883664" cy="182880"/>
          </a:xfrm>
          <a:prstGeom prst="rect">
            <a:avLst/>
          </a:prstGeom>
          <a:noFill/>
          <a:ln/>
        </p:spPr>
        <p:txBody>
          <a:bodyPr vert="horz" wrap="none" lIns="0" tIns="0" rIns="0" bIns="0" rtlCol="0" anchor="t">
            <a:normAutofit/>
          </a:bodyPr>
          <a:lstStyle/>
          <a:p>
            <a:pPr marL="0" indent="0" algn="l">
              <a:lnSpc>
                <a:spcPts val="1170"/>
              </a:lnSpc>
              <a:buNone/>
            </a:pPr>
            <a:r>
              <a:rPr lang="en-US" sz="975" b="1" dirty="0">
                <a:solidFill>
                  <a:srgbClr val="3C3A32"/>
                </a:solidFill>
                <a:latin typeface="Nunito ExtraLight" pitchFamily="34" charset="0"/>
                <a:ea typeface="Nunito ExtraLight" pitchFamily="34" charset="-122"/>
                <a:cs typeface="Nunito ExtraLight" pitchFamily="34" charset="-120"/>
              </a:rPr>
              <a:t>Strategi Kelas 9 dan Kelas 35</a:t>
            </a:r>
            <a:endParaRPr lang="en-US" sz="975" dirty="0"/>
          </a:p>
        </p:txBody>
      </p:sp>
      <p:sp>
        <p:nvSpPr>
          <p:cNvPr id="42" name="Text 40"/>
          <p:cNvSpPr/>
          <p:nvPr/>
        </p:nvSpPr>
        <p:spPr>
          <a:xfrm>
            <a:off x="4286250" y="2186880"/>
            <a:ext cx="3619500" cy="514350"/>
          </a:xfrm>
          <a:prstGeom prst="rect">
            <a:avLst/>
          </a:prstGeom>
          <a:solidFill>
            <a:srgbClr val="F8F9F5"/>
          </a:solidFill>
          <a:ln/>
        </p:spPr>
        <p:txBody>
          <a:bodyPr wrap="square" rtlCol="0" anchor="ctr"/>
          <a:lstStyle/>
          <a:p>
            <a:pPr marL="0" indent="0">
              <a:buNone/>
            </a:pPr>
            <a:endParaRPr lang="en-US" dirty="0"/>
          </a:p>
        </p:txBody>
      </p:sp>
      <p:sp>
        <p:nvSpPr>
          <p:cNvPr id="43" name="Shape 41"/>
          <p:cNvSpPr/>
          <p:nvPr/>
        </p:nvSpPr>
        <p:spPr>
          <a:xfrm>
            <a:off x="4286250" y="2186880"/>
            <a:ext cx="0" cy="514350"/>
          </a:xfrm>
          <a:prstGeom prst="line">
            <a:avLst/>
          </a:prstGeom>
          <a:noFill/>
          <a:ln w="28575">
            <a:solidFill>
              <a:srgbClr val="CDEE9E"/>
            </a:solidFill>
            <a:prstDash val="solid"/>
          </a:ln>
        </p:spPr>
      </p:sp>
      <p:sp>
        <p:nvSpPr>
          <p:cNvPr id="44" name="Text 42"/>
          <p:cNvSpPr/>
          <p:nvPr/>
        </p:nvSpPr>
        <p:spPr>
          <a:xfrm>
            <a:off x="4429125" y="2298353"/>
            <a:ext cx="1956816" cy="173736"/>
          </a:xfrm>
          <a:prstGeom prst="rect">
            <a:avLst/>
          </a:prstGeom>
          <a:noFill/>
          <a:ln/>
        </p:spPr>
        <p:txBody>
          <a:bodyPr vert="horz" wrap="none" lIns="0" tIns="0" rIns="0" bIns="0" rtlCol="0" anchor="t">
            <a:normAutofit/>
          </a:bodyPr>
          <a:lstStyle/>
          <a:p>
            <a:pPr marL="0" indent="0" algn="l">
              <a:lnSpc>
                <a:spcPts val="1125"/>
              </a:lnSpc>
              <a:buNone/>
            </a:pPr>
            <a:r>
              <a:rPr lang="en-US" sz="750" b="1" dirty="0">
                <a:solidFill>
                  <a:srgbClr val="D1D5DB"/>
                </a:solidFill>
                <a:latin typeface="Nunito ExtraLight" pitchFamily="34" charset="0"/>
                <a:ea typeface="Nunito ExtraLight" pitchFamily="34" charset="-122"/>
                <a:cs typeface="Nunito ExtraLight" pitchFamily="34" charset="-120"/>
              </a:rPr>
              <a:t>BAGIAN 09</a:t>
            </a:r>
            <a:endParaRPr lang="en-US" sz="750" dirty="0"/>
          </a:p>
        </p:txBody>
      </p:sp>
      <p:sp>
        <p:nvSpPr>
          <p:cNvPr id="45" name="Text 43"/>
          <p:cNvSpPr/>
          <p:nvPr/>
        </p:nvSpPr>
        <p:spPr>
          <a:xfrm>
            <a:off x="4429125" y="2439293"/>
            <a:ext cx="1956816" cy="182880"/>
          </a:xfrm>
          <a:prstGeom prst="rect">
            <a:avLst/>
          </a:prstGeom>
          <a:noFill/>
          <a:ln/>
        </p:spPr>
        <p:txBody>
          <a:bodyPr vert="horz" wrap="none" lIns="0" tIns="0" rIns="0" bIns="0" rtlCol="0" anchor="t">
            <a:normAutofit/>
          </a:bodyPr>
          <a:lstStyle/>
          <a:p>
            <a:pPr marL="0" indent="0" algn="l">
              <a:lnSpc>
                <a:spcPts val="1170"/>
              </a:lnSpc>
              <a:buNone/>
            </a:pPr>
            <a:r>
              <a:rPr lang="en-US" sz="975" b="1" dirty="0">
                <a:solidFill>
                  <a:srgbClr val="3C3A32"/>
                </a:solidFill>
                <a:latin typeface="Nunito ExtraLight" pitchFamily="34" charset="0"/>
                <a:ea typeface="Nunito ExtraLight" pitchFamily="34" charset="-122"/>
                <a:cs typeface="Nunito ExtraLight" pitchFamily="34" charset="-120"/>
              </a:rPr>
              <a:t>Strategi Kelas 38 dan Kelas 41</a:t>
            </a:r>
            <a:endParaRPr lang="en-US" sz="975" dirty="0"/>
          </a:p>
        </p:txBody>
      </p:sp>
      <p:sp>
        <p:nvSpPr>
          <p:cNvPr id="46" name="Text 44"/>
          <p:cNvSpPr/>
          <p:nvPr/>
        </p:nvSpPr>
        <p:spPr>
          <a:xfrm>
            <a:off x="4286250" y="2758380"/>
            <a:ext cx="3619500" cy="514350"/>
          </a:xfrm>
          <a:prstGeom prst="rect">
            <a:avLst/>
          </a:prstGeom>
          <a:solidFill>
            <a:srgbClr val="F8F9F5"/>
          </a:solidFill>
          <a:ln/>
        </p:spPr>
        <p:txBody>
          <a:bodyPr wrap="square" rtlCol="0" anchor="ctr"/>
          <a:lstStyle/>
          <a:p>
            <a:pPr marL="0" indent="0">
              <a:buNone/>
            </a:pPr>
            <a:endParaRPr lang="en-US" dirty="0"/>
          </a:p>
        </p:txBody>
      </p:sp>
      <p:sp>
        <p:nvSpPr>
          <p:cNvPr id="47" name="Shape 45"/>
          <p:cNvSpPr/>
          <p:nvPr/>
        </p:nvSpPr>
        <p:spPr>
          <a:xfrm>
            <a:off x="4286250" y="2758380"/>
            <a:ext cx="0" cy="514350"/>
          </a:xfrm>
          <a:prstGeom prst="line">
            <a:avLst/>
          </a:prstGeom>
          <a:noFill/>
          <a:ln w="28575">
            <a:solidFill>
              <a:srgbClr val="CDEE9E"/>
            </a:solidFill>
            <a:prstDash val="solid"/>
          </a:ln>
        </p:spPr>
      </p:sp>
      <p:sp>
        <p:nvSpPr>
          <p:cNvPr id="48" name="Text 46"/>
          <p:cNvSpPr/>
          <p:nvPr/>
        </p:nvSpPr>
        <p:spPr>
          <a:xfrm>
            <a:off x="4429125" y="2869853"/>
            <a:ext cx="2157984" cy="173736"/>
          </a:xfrm>
          <a:prstGeom prst="rect">
            <a:avLst/>
          </a:prstGeom>
          <a:noFill/>
          <a:ln/>
        </p:spPr>
        <p:txBody>
          <a:bodyPr vert="horz" wrap="none" lIns="0" tIns="0" rIns="0" bIns="0" rtlCol="0" anchor="t">
            <a:normAutofit/>
          </a:bodyPr>
          <a:lstStyle/>
          <a:p>
            <a:pPr marL="0" indent="0" algn="l">
              <a:lnSpc>
                <a:spcPts val="1125"/>
              </a:lnSpc>
              <a:buNone/>
            </a:pPr>
            <a:r>
              <a:rPr lang="en-US" sz="750" b="1" dirty="0">
                <a:solidFill>
                  <a:srgbClr val="D1D5DB"/>
                </a:solidFill>
                <a:latin typeface="Nunito ExtraLight" pitchFamily="34" charset="0"/>
                <a:ea typeface="Nunito ExtraLight" pitchFamily="34" charset="-122"/>
                <a:cs typeface="Nunito ExtraLight" pitchFamily="34" charset="-120"/>
              </a:rPr>
              <a:t>BAGIAN 10</a:t>
            </a:r>
            <a:endParaRPr lang="en-US" sz="750" dirty="0"/>
          </a:p>
        </p:txBody>
      </p:sp>
      <p:sp>
        <p:nvSpPr>
          <p:cNvPr id="49" name="Text 47"/>
          <p:cNvSpPr/>
          <p:nvPr/>
        </p:nvSpPr>
        <p:spPr>
          <a:xfrm>
            <a:off x="4429125" y="3010793"/>
            <a:ext cx="2167128" cy="182880"/>
          </a:xfrm>
          <a:prstGeom prst="rect">
            <a:avLst/>
          </a:prstGeom>
          <a:noFill/>
          <a:ln/>
        </p:spPr>
        <p:txBody>
          <a:bodyPr vert="horz" wrap="none" lIns="0" tIns="0" rIns="0" bIns="0" rtlCol="0" anchor="t">
            <a:normAutofit/>
          </a:bodyPr>
          <a:lstStyle/>
          <a:p>
            <a:pPr marL="0" indent="0" algn="l">
              <a:lnSpc>
                <a:spcPts val="1170"/>
              </a:lnSpc>
              <a:buNone/>
            </a:pPr>
            <a:r>
              <a:rPr lang="en-US" sz="975" b="1" dirty="0">
                <a:solidFill>
                  <a:srgbClr val="3C3A32"/>
                </a:solidFill>
                <a:latin typeface="Nunito ExtraLight" pitchFamily="34" charset="0"/>
                <a:ea typeface="Nunito ExtraLight" pitchFamily="34" charset="-122"/>
                <a:cs typeface="Nunito ExtraLight" pitchFamily="34" charset="-120"/>
              </a:rPr>
              <a:t>Strategi Kelas 42: SaaS dan Cloud</a:t>
            </a:r>
            <a:endParaRPr lang="en-US" sz="975" dirty="0"/>
          </a:p>
        </p:txBody>
      </p:sp>
      <p:sp>
        <p:nvSpPr>
          <p:cNvPr id="50" name="Text 48"/>
          <p:cNvSpPr/>
          <p:nvPr/>
        </p:nvSpPr>
        <p:spPr>
          <a:xfrm>
            <a:off x="4286250" y="3329880"/>
            <a:ext cx="3619500" cy="514350"/>
          </a:xfrm>
          <a:prstGeom prst="rect">
            <a:avLst/>
          </a:prstGeom>
          <a:solidFill>
            <a:srgbClr val="F8F9F5"/>
          </a:solidFill>
          <a:ln/>
        </p:spPr>
        <p:txBody>
          <a:bodyPr wrap="square" rtlCol="0" anchor="ctr"/>
          <a:lstStyle/>
          <a:p>
            <a:pPr marL="0" indent="0">
              <a:buNone/>
            </a:pPr>
            <a:endParaRPr lang="en-US" dirty="0"/>
          </a:p>
        </p:txBody>
      </p:sp>
      <p:sp>
        <p:nvSpPr>
          <p:cNvPr id="51" name="Shape 49"/>
          <p:cNvSpPr/>
          <p:nvPr/>
        </p:nvSpPr>
        <p:spPr>
          <a:xfrm>
            <a:off x="4286250" y="3329880"/>
            <a:ext cx="0" cy="514350"/>
          </a:xfrm>
          <a:prstGeom prst="line">
            <a:avLst/>
          </a:prstGeom>
          <a:noFill/>
          <a:ln w="28575">
            <a:solidFill>
              <a:srgbClr val="CDEE9E"/>
            </a:solidFill>
            <a:prstDash val="solid"/>
          </a:ln>
        </p:spPr>
      </p:sp>
      <p:sp>
        <p:nvSpPr>
          <p:cNvPr id="52" name="Text 50"/>
          <p:cNvSpPr/>
          <p:nvPr/>
        </p:nvSpPr>
        <p:spPr>
          <a:xfrm>
            <a:off x="4429125" y="3441353"/>
            <a:ext cx="2423160" cy="173736"/>
          </a:xfrm>
          <a:prstGeom prst="rect">
            <a:avLst/>
          </a:prstGeom>
          <a:noFill/>
          <a:ln/>
        </p:spPr>
        <p:txBody>
          <a:bodyPr vert="horz" wrap="none" lIns="0" tIns="0" rIns="0" bIns="0" rtlCol="0" anchor="t">
            <a:normAutofit/>
          </a:bodyPr>
          <a:lstStyle/>
          <a:p>
            <a:pPr marL="0" indent="0" algn="l">
              <a:lnSpc>
                <a:spcPts val="1125"/>
              </a:lnSpc>
              <a:buNone/>
            </a:pPr>
            <a:r>
              <a:rPr lang="en-US" sz="750" b="1" dirty="0">
                <a:solidFill>
                  <a:srgbClr val="D1D5DB"/>
                </a:solidFill>
                <a:latin typeface="Nunito ExtraLight" pitchFamily="34" charset="0"/>
                <a:ea typeface="Nunito ExtraLight" pitchFamily="34" charset="-122"/>
                <a:cs typeface="Nunito ExtraLight" pitchFamily="34" charset="-120"/>
              </a:rPr>
              <a:t>BAGIAN 11</a:t>
            </a:r>
            <a:endParaRPr lang="en-US" sz="750" dirty="0"/>
          </a:p>
        </p:txBody>
      </p:sp>
      <p:sp>
        <p:nvSpPr>
          <p:cNvPr id="53" name="Text 51"/>
          <p:cNvSpPr/>
          <p:nvPr/>
        </p:nvSpPr>
        <p:spPr>
          <a:xfrm>
            <a:off x="4429125" y="3582293"/>
            <a:ext cx="2423160" cy="182880"/>
          </a:xfrm>
          <a:prstGeom prst="rect">
            <a:avLst/>
          </a:prstGeom>
          <a:noFill/>
          <a:ln/>
        </p:spPr>
        <p:txBody>
          <a:bodyPr vert="horz" wrap="none" lIns="0" tIns="0" rIns="0" bIns="0" rtlCol="0" anchor="t">
            <a:normAutofit/>
          </a:bodyPr>
          <a:lstStyle/>
          <a:p>
            <a:pPr marL="0" indent="0" algn="l">
              <a:lnSpc>
                <a:spcPts val="1170"/>
              </a:lnSpc>
              <a:buNone/>
            </a:pPr>
            <a:r>
              <a:rPr lang="en-US" sz="975" b="1" dirty="0">
                <a:solidFill>
                  <a:srgbClr val="3C3A32"/>
                </a:solidFill>
                <a:latin typeface="Nunito ExtraLight" pitchFamily="34" charset="0"/>
                <a:ea typeface="Nunito ExtraLight" pitchFamily="34" charset="-122"/>
                <a:cs typeface="Nunito ExtraLight" pitchFamily="34" charset="-120"/>
              </a:rPr>
              <a:t>Perjanjian Kerahasiaan (NDA) Strategis</a:t>
            </a:r>
            <a:endParaRPr lang="en-US" sz="975" dirty="0"/>
          </a:p>
        </p:txBody>
      </p:sp>
      <p:sp>
        <p:nvSpPr>
          <p:cNvPr id="54" name="Text 52"/>
          <p:cNvSpPr/>
          <p:nvPr/>
        </p:nvSpPr>
        <p:spPr>
          <a:xfrm>
            <a:off x="4286250" y="3901380"/>
            <a:ext cx="3619500" cy="514350"/>
          </a:xfrm>
          <a:prstGeom prst="rect">
            <a:avLst/>
          </a:prstGeom>
          <a:solidFill>
            <a:srgbClr val="F8F9F5"/>
          </a:solidFill>
          <a:ln/>
        </p:spPr>
        <p:txBody>
          <a:bodyPr wrap="square" rtlCol="0" anchor="ctr"/>
          <a:lstStyle/>
          <a:p>
            <a:pPr marL="0" indent="0">
              <a:buNone/>
            </a:pPr>
            <a:endParaRPr lang="en-US" dirty="0"/>
          </a:p>
        </p:txBody>
      </p:sp>
      <p:sp>
        <p:nvSpPr>
          <p:cNvPr id="55" name="Shape 53"/>
          <p:cNvSpPr/>
          <p:nvPr/>
        </p:nvSpPr>
        <p:spPr>
          <a:xfrm>
            <a:off x="4286250" y="3901380"/>
            <a:ext cx="0" cy="514350"/>
          </a:xfrm>
          <a:prstGeom prst="line">
            <a:avLst/>
          </a:prstGeom>
          <a:noFill/>
          <a:ln w="28575">
            <a:solidFill>
              <a:srgbClr val="CDEE9E"/>
            </a:solidFill>
            <a:prstDash val="solid"/>
          </a:ln>
        </p:spPr>
      </p:sp>
      <p:sp>
        <p:nvSpPr>
          <p:cNvPr id="56" name="Text 54"/>
          <p:cNvSpPr/>
          <p:nvPr/>
        </p:nvSpPr>
        <p:spPr>
          <a:xfrm>
            <a:off x="4429125" y="4012853"/>
            <a:ext cx="1984248" cy="173736"/>
          </a:xfrm>
          <a:prstGeom prst="rect">
            <a:avLst/>
          </a:prstGeom>
          <a:noFill/>
          <a:ln/>
        </p:spPr>
        <p:txBody>
          <a:bodyPr vert="horz" wrap="none" lIns="0" tIns="0" rIns="0" bIns="0" rtlCol="0" anchor="t">
            <a:normAutofit/>
          </a:bodyPr>
          <a:lstStyle/>
          <a:p>
            <a:pPr marL="0" indent="0" algn="l">
              <a:lnSpc>
                <a:spcPts val="1125"/>
              </a:lnSpc>
              <a:buNone/>
            </a:pPr>
            <a:r>
              <a:rPr lang="en-US" sz="750" b="1" dirty="0">
                <a:solidFill>
                  <a:srgbClr val="D1D5DB"/>
                </a:solidFill>
                <a:latin typeface="Nunito ExtraLight" pitchFamily="34" charset="0"/>
                <a:ea typeface="Nunito ExtraLight" pitchFamily="34" charset="-122"/>
                <a:cs typeface="Nunito ExtraLight" pitchFamily="34" charset="-120"/>
              </a:rPr>
              <a:t>BAGIAN 12</a:t>
            </a:r>
            <a:endParaRPr lang="en-US" sz="750" dirty="0"/>
          </a:p>
        </p:txBody>
      </p:sp>
      <p:sp>
        <p:nvSpPr>
          <p:cNvPr id="57" name="Text 55"/>
          <p:cNvSpPr/>
          <p:nvPr/>
        </p:nvSpPr>
        <p:spPr>
          <a:xfrm>
            <a:off x="4429125" y="4153793"/>
            <a:ext cx="1993392" cy="182880"/>
          </a:xfrm>
          <a:prstGeom prst="rect">
            <a:avLst/>
          </a:prstGeom>
          <a:noFill/>
          <a:ln/>
        </p:spPr>
        <p:txBody>
          <a:bodyPr vert="horz" wrap="none" lIns="0" tIns="0" rIns="0" bIns="0" rtlCol="0" anchor="t">
            <a:normAutofit/>
          </a:bodyPr>
          <a:lstStyle/>
          <a:p>
            <a:pPr marL="0" indent="0" algn="l">
              <a:lnSpc>
                <a:spcPts val="1170"/>
              </a:lnSpc>
              <a:buNone/>
            </a:pPr>
            <a:r>
              <a:rPr lang="en-US" sz="975" b="1" dirty="0">
                <a:solidFill>
                  <a:srgbClr val="3C3A32"/>
                </a:solidFill>
                <a:latin typeface="Nunito ExtraLight" pitchFamily="34" charset="0"/>
                <a:ea typeface="Nunito ExtraLight" pitchFamily="34" charset="-122"/>
                <a:cs typeface="Nunito ExtraLight" pitchFamily="34" charset="-120"/>
              </a:rPr>
              <a:t>Jenis NDA: Unilateral vs Mutual</a:t>
            </a:r>
            <a:endParaRPr lang="en-US" sz="975" dirty="0"/>
          </a:p>
        </p:txBody>
      </p:sp>
      <p:sp>
        <p:nvSpPr>
          <p:cNvPr id="58" name="Text 56"/>
          <p:cNvSpPr/>
          <p:nvPr/>
        </p:nvSpPr>
        <p:spPr>
          <a:xfrm>
            <a:off x="4286250" y="4472880"/>
            <a:ext cx="3619500" cy="514350"/>
          </a:xfrm>
          <a:prstGeom prst="rect">
            <a:avLst/>
          </a:prstGeom>
          <a:solidFill>
            <a:srgbClr val="F8F9F5"/>
          </a:solidFill>
          <a:ln/>
        </p:spPr>
        <p:txBody>
          <a:bodyPr wrap="square" rtlCol="0" anchor="ctr"/>
          <a:lstStyle/>
          <a:p>
            <a:pPr marL="0" indent="0">
              <a:buNone/>
            </a:pPr>
            <a:endParaRPr lang="en-US" dirty="0"/>
          </a:p>
        </p:txBody>
      </p:sp>
      <p:sp>
        <p:nvSpPr>
          <p:cNvPr id="59" name="Shape 57"/>
          <p:cNvSpPr/>
          <p:nvPr/>
        </p:nvSpPr>
        <p:spPr>
          <a:xfrm>
            <a:off x="4286250" y="4472880"/>
            <a:ext cx="0" cy="514350"/>
          </a:xfrm>
          <a:prstGeom prst="line">
            <a:avLst/>
          </a:prstGeom>
          <a:noFill/>
          <a:ln w="28575">
            <a:solidFill>
              <a:srgbClr val="CDEE9E"/>
            </a:solidFill>
            <a:prstDash val="solid"/>
          </a:ln>
        </p:spPr>
      </p:sp>
      <p:sp>
        <p:nvSpPr>
          <p:cNvPr id="60" name="Text 58"/>
          <p:cNvSpPr/>
          <p:nvPr/>
        </p:nvSpPr>
        <p:spPr>
          <a:xfrm>
            <a:off x="4429125" y="4584353"/>
            <a:ext cx="2276856" cy="173736"/>
          </a:xfrm>
          <a:prstGeom prst="rect">
            <a:avLst/>
          </a:prstGeom>
          <a:noFill/>
          <a:ln/>
        </p:spPr>
        <p:txBody>
          <a:bodyPr vert="horz" wrap="none" lIns="0" tIns="0" rIns="0" bIns="0" rtlCol="0" anchor="t">
            <a:normAutofit/>
          </a:bodyPr>
          <a:lstStyle/>
          <a:p>
            <a:pPr marL="0" indent="0" algn="l">
              <a:lnSpc>
                <a:spcPts val="1125"/>
              </a:lnSpc>
              <a:buNone/>
            </a:pPr>
            <a:r>
              <a:rPr lang="en-US" sz="750" b="1" dirty="0">
                <a:solidFill>
                  <a:srgbClr val="D1D5DB"/>
                </a:solidFill>
                <a:latin typeface="Nunito ExtraLight" pitchFamily="34" charset="0"/>
                <a:ea typeface="Nunito ExtraLight" pitchFamily="34" charset="-122"/>
                <a:cs typeface="Nunito ExtraLight" pitchFamily="34" charset="-120"/>
              </a:rPr>
              <a:t>BAGIAN 13</a:t>
            </a:r>
            <a:endParaRPr lang="en-US" sz="750" dirty="0"/>
          </a:p>
        </p:txBody>
      </p:sp>
      <p:sp>
        <p:nvSpPr>
          <p:cNvPr id="61" name="Text 59"/>
          <p:cNvSpPr/>
          <p:nvPr/>
        </p:nvSpPr>
        <p:spPr>
          <a:xfrm>
            <a:off x="4429125" y="4725293"/>
            <a:ext cx="2276856" cy="182880"/>
          </a:xfrm>
          <a:prstGeom prst="rect">
            <a:avLst/>
          </a:prstGeom>
          <a:noFill/>
          <a:ln/>
        </p:spPr>
        <p:txBody>
          <a:bodyPr vert="horz" wrap="none" lIns="0" tIns="0" rIns="0" bIns="0" rtlCol="0" anchor="t">
            <a:normAutofit/>
          </a:bodyPr>
          <a:lstStyle/>
          <a:p>
            <a:pPr marL="0" indent="0" algn="l">
              <a:lnSpc>
                <a:spcPts val="1170"/>
              </a:lnSpc>
              <a:buNone/>
            </a:pPr>
            <a:r>
              <a:rPr lang="en-US" sz="975" b="1" dirty="0">
                <a:solidFill>
                  <a:srgbClr val="3C3A32"/>
                </a:solidFill>
                <a:latin typeface="Nunito ExtraLight" pitchFamily="34" charset="0"/>
                <a:ea typeface="Nunito ExtraLight" pitchFamily="34" charset="-122"/>
                <a:cs typeface="Nunito ExtraLight" pitchFamily="34" charset="-120"/>
              </a:rPr>
              <a:t>Cakupan dan Durasi Rahasia Dagang</a:t>
            </a:r>
            <a:endParaRPr lang="en-US" sz="975" dirty="0"/>
          </a:p>
        </p:txBody>
      </p:sp>
      <p:sp>
        <p:nvSpPr>
          <p:cNvPr id="62" name="Text 60"/>
          <p:cNvSpPr/>
          <p:nvPr/>
        </p:nvSpPr>
        <p:spPr>
          <a:xfrm>
            <a:off x="4286250" y="5044380"/>
            <a:ext cx="3619500" cy="514350"/>
          </a:xfrm>
          <a:prstGeom prst="rect">
            <a:avLst/>
          </a:prstGeom>
          <a:solidFill>
            <a:srgbClr val="F8F9F5"/>
          </a:solidFill>
          <a:ln/>
        </p:spPr>
        <p:txBody>
          <a:bodyPr wrap="square" rtlCol="0" anchor="ctr"/>
          <a:lstStyle/>
          <a:p>
            <a:pPr marL="0" indent="0">
              <a:buNone/>
            </a:pPr>
            <a:endParaRPr lang="en-US" dirty="0"/>
          </a:p>
        </p:txBody>
      </p:sp>
      <p:sp>
        <p:nvSpPr>
          <p:cNvPr id="63" name="Shape 61"/>
          <p:cNvSpPr/>
          <p:nvPr/>
        </p:nvSpPr>
        <p:spPr>
          <a:xfrm>
            <a:off x="4286250" y="5044380"/>
            <a:ext cx="0" cy="514350"/>
          </a:xfrm>
          <a:prstGeom prst="line">
            <a:avLst/>
          </a:prstGeom>
          <a:noFill/>
          <a:ln w="28575">
            <a:solidFill>
              <a:srgbClr val="CDEE9E"/>
            </a:solidFill>
            <a:prstDash val="solid"/>
          </a:ln>
        </p:spPr>
      </p:sp>
      <p:sp>
        <p:nvSpPr>
          <p:cNvPr id="64" name="Text 62"/>
          <p:cNvSpPr/>
          <p:nvPr/>
        </p:nvSpPr>
        <p:spPr>
          <a:xfrm>
            <a:off x="4429125" y="5155853"/>
            <a:ext cx="2295144" cy="173736"/>
          </a:xfrm>
          <a:prstGeom prst="rect">
            <a:avLst/>
          </a:prstGeom>
          <a:noFill/>
          <a:ln/>
        </p:spPr>
        <p:txBody>
          <a:bodyPr vert="horz" wrap="none" lIns="0" tIns="0" rIns="0" bIns="0" rtlCol="0" anchor="t">
            <a:normAutofit/>
          </a:bodyPr>
          <a:lstStyle/>
          <a:p>
            <a:pPr marL="0" indent="0" algn="l">
              <a:lnSpc>
                <a:spcPts val="1125"/>
              </a:lnSpc>
              <a:buNone/>
            </a:pPr>
            <a:r>
              <a:rPr lang="en-US" sz="750" b="1" dirty="0">
                <a:solidFill>
                  <a:srgbClr val="D1D5DB"/>
                </a:solidFill>
                <a:latin typeface="Nunito ExtraLight" pitchFamily="34" charset="0"/>
                <a:ea typeface="Nunito ExtraLight" pitchFamily="34" charset="-122"/>
                <a:cs typeface="Nunito ExtraLight" pitchFamily="34" charset="-120"/>
              </a:rPr>
              <a:t>BAGIAN 14</a:t>
            </a:r>
            <a:endParaRPr lang="en-US" sz="750" dirty="0"/>
          </a:p>
        </p:txBody>
      </p:sp>
      <p:sp>
        <p:nvSpPr>
          <p:cNvPr id="65" name="Text 63"/>
          <p:cNvSpPr/>
          <p:nvPr/>
        </p:nvSpPr>
        <p:spPr>
          <a:xfrm>
            <a:off x="4429125" y="5296793"/>
            <a:ext cx="2304288" cy="182880"/>
          </a:xfrm>
          <a:prstGeom prst="rect">
            <a:avLst/>
          </a:prstGeom>
          <a:noFill/>
          <a:ln/>
        </p:spPr>
        <p:txBody>
          <a:bodyPr vert="horz" wrap="none" lIns="0" tIns="0" rIns="0" bIns="0" rtlCol="0" anchor="t">
            <a:normAutofit/>
          </a:bodyPr>
          <a:lstStyle/>
          <a:p>
            <a:pPr marL="0" indent="0" algn="l">
              <a:lnSpc>
                <a:spcPts val="1170"/>
              </a:lnSpc>
              <a:buNone/>
            </a:pPr>
            <a:r>
              <a:rPr lang="en-US" sz="975" b="1" dirty="0">
                <a:solidFill>
                  <a:srgbClr val="3C3A32"/>
                </a:solidFill>
                <a:latin typeface="Nunito ExtraLight" pitchFamily="34" charset="0"/>
                <a:ea typeface="Nunito ExtraLight" pitchFamily="34" charset="-122"/>
                <a:cs typeface="Nunito ExtraLight" pitchFamily="34" charset="-120"/>
              </a:rPr>
              <a:t>Sanksi Pelanggaran Rahasia Dagang</a:t>
            </a:r>
            <a:endParaRPr lang="en-US" sz="975" dirty="0"/>
          </a:p>
        </p:txBody>
      </p:sp>
      <p:sp>
        <p:nvSpPr>
          <p:cNvPr id="66" name="Text 64"/>
          <p:cNvSpPr/>
          <p:nvPr/>
        </p:nvSpPr>
        <p:spPr>
          <a:xfrm>
            <a:off x="8096250" y="1615380"/>
            <a:ext cx="3619500" cy="514350"/>
          </a:xfrm>
          <a:prstGeom prst="rect">
            <a:avLst/>
          </a:prstGeom>
          <a:solidFill>
            <a:srgbClr val="F8F9F5"/>
          </a:solidFill>
          <a:ln/>
        </p:spPr>
        <p:txBody>
          <a:bodyPr wrap="square" rtlCol="0" anchor="ctr"/>
          <a:lstStyle/>
          <a:p>
            <a:pPr marL="0" indent="0">
              <a:buNone/>
            </a:pPr>
            <a:endParaRPr lang="en-US" dirty="0"/>
          </a:p>
        </p:txBody>
      </p:sp>
      <p:sp>
        <p:nvSpPr>
          <p:cNvPr id="67" name="Shape 65"/>
          <p:cNvSpPr/>
          <p:nvPr/>
        </p:nvSpPr>
        <p:spPr>
          <a:xfrm>
            <a:off x="8096250" y="1615380"/>
            <a:ext cx="0" cy="514350"/>
          </a:xfrm>
          <a:prstGeom prst="line">
            <a:avLst/>
          </a:prstGeom>
          <a:noFill/>
          <a:ln w="28575">
            <a:solidFill>
              <a:srgbClr val="CDEE9E"/>
            </a:solidFill>
            <a:prstDash val="solid"/>
          </a:ln>
        </p:spPr>
      </p:sp>
      <p:sp>
        <p:nvSpPr>
          <p:cNvPr id="68" name="Text 66"/>
          <p:cNvSpPr/>
          <p:nvPr/>
        </p:nvSpPr>
        <p:spPr>
          <a:xfrm>
            <a:off x="8239125" y="1726853"/>
            <a:ext cx="1984248" cy="173736"/>
          </a:xfrm>
          <a:prstGeom prst="rect">
            <a:avLst/>
          </a:prstGeom>
          <a:noFill/>
          <a:ln/>
        </p:spPr>
        <p:txBody>
          <a:bodyPr vert="horz" wrap="none" lIns="0" tIns="0" rIns="0" bIns="0" rtlCol="0" anchor="t">
            <a:normAutofit/>
          </a:bodyPr>
          <a:lstStyle/>
          <a:p>
            <a:pPr marL="0" indent="0" algn="l">
              <a:lnSpc>
                <a:spcPts val="1125"/>
              </a:lnSpc>
              <a:buNone/>
            </a:pPr>
            <a:r>
              <a:rPr lang="en-US" sz="750" b="1" dirty="0">
                <a:solidFill>
                  <a:srgbClr val="D1D5DB"/>
                </a:solidFill>
                <a:latin typeface="Nunito ExtraLight" pitchFamily="34" charset="0"/>
                <a:ea typeface="Nunito ExtraLight" pitchFamily="34" charset="-122"/>
                <a:cs typeface="Nunito ExtraLight" pitchFamily="34" charset="-120"/>
              </a:rPr>
              <a:t>BAGIAN 15</a:t>
            </a:r>
            <a:endParaRPr lang="en-US" sz="750" dirty="0"/>
          </a:p>
        </p:txBody>
      </p:sp>
      <p:sp>
        <p:nvSpPr>
          <p:cNvPr id="69" name="Text 67"/>
          <p:cNvSpPr/>
          <p:nvPr/>
        </p:nvSpPr>
        <p:spPr>
          <a:xfrm>
            <a:off x="8239125" y="1867793"/>
            <a:ext cx="1993392" cy="182880"/>
          </a:xfrm>
          <a:prstGeom prst="rect">
            <a:avLst/>
          </a:prstGeom>
          <a:noFill/>
          <a:ln/>
        </p:spPr>
        <p:txBody>
          <a:bodyPr vert="horz" wrap="none" lIns="0" tIns="0" rIns="0" bIns="0" rtlCol="0" anchor="t">
            <a:normAutofit/>
          </a:bodyPr>
          <a:lstStyle/>
          <a:p>
            <a:pPr marL="0" indent="0" algn="l">
              <a:lnSpc>
                <a:spcPts val="1170"/>
              </a:lnSpc>
              <a:buNone/>
            </a:pPr>
            <a:r>
              <a:rPr lang="en-US" sz="975" b="1" dirty="0">
                <a:solidFill>
                  <a:srgbClr val="3C3A32"/>
                </a:solidFill>
                <a:latin typeface="Nunito ExtraLight" pitchFamily="34" charset="0"/>
                <a:ea typeface="Nunito ExtraLight" pitchFamily="34" charset="-122"/>
                <a:cs typeface="Nunito ExtraLight" pitchFamily="34" charset="-120"/>
              </a:rPr>
              <a:t>Pelindungan dari Insider Threat</a:t>
            </a:r>
            <a:endParaRPr lang="en-US" sz="975" dirty="0"/>
          </a:p>
        </p:txBody>
      </p:sp>
      <p:sp>
        <p:nvSpPr>
          <p:cNvPr id="70" name="Text 68"/>
          <p:cNvSpPr/>
          <p:nvPr/>
        </p:nvSpPr>
        <p:spPr>
          <a:xfrm>
            <a:off x="8096250" y="2186880"/>
            <a:ext cx="3619500" cy="514350"/>
          </a:xfrm>
          <a:prstGeom prst="rect">
            <a:avLst/>
          </a:prstGeom>
          <a:solidFill>
            <a:srgbClr val="F8F9F5"/>
          </a:solidFill>
          <a:ln/>
        </p:spPr>
        <p:txBody>
          <a:bodyPr wrap="square" rtlCol="0" anchor="ctr"/>
          <a:lstStyle/>
          <a:p>
            <a:pPr marL="0" indent="0">
              <a:buNone/>
            </a:pPr>
            <a:endParaRPr lang="en-US" dirty="0"/>
          </a:p>
        </p:txBody>
      </p:sp>
      <p:sp>
        <p:nvSpPr>
          <p:cNvPr id="71" name="Shape 69"/>
          <p:cNvSpPr/>
          <p:nvPr/>
        </p:nvSpPr>
        <p:spPr>
          <a:xfrm>
            <a:off x="8096250" y="2186880"/>
            <a:ext cx="0" cy="514350"/>
          </a:xfrm>
          <a:prstGeom prst="line">
            <a:avLst/>
          </a:prstGeom>
          <a:noFill/>
          <a:ln w="28575">
            <a:solidFill>
              <a:srgbClr val="CDEE9E"/>
            </a:solidFill>
            <a:prstDash val="solid"/>
          </a:ln>
        </p:spPr>
      </p:sp>
      <p:sp>
        <p:nvSpPr>
          <p:cNvPr id="72" name="Text 70"/>
          <p:cNvSpPr/>
          <p:nvPr/>
        </p:nvSpPr>
        <p:spPr>
          <a:xfrm>
            <a:off x="8239125" y="2298353"/>
            <a:ext cx="1965960" cy="173736"/>
          </a:xfrm>
          <a:prstGeom prst="rect">
            <a:avLst/>
          </a:prstGeom>
          <a:noFill/>
          <a:ln/>
        </p:spPr>
        <p:txBody>
          <a:bodyPr vert="horz" wrap="none" lIns="0" tIns="0" rIns="0" bIns="0" rtlCol="0" anchor="t">
            <a:normAutofit/>
          </a:bodyPr>
          <a:lstStyle/>
          <a:p>
            <a:pPr marL="0" indent="0" algn="l">
              <a:lnSpc>
                <a:spcPts val="1125"/>
              </a:lnSpc>
              <a:buNone/>
            </a:pPr>
            <a:r>
              <a:rPr lang="en-US" sz="750" b="1" dirty="0">
                <a:solidFill>
                  <a:srgbClr val="D1D5DB"/>
                </a:solidFill>
                <a:latin typeface="Nunito ExtraLight" pitchFamily="34" charset="0"/>
                <a:ea typeface="Nunito ExtraLight" pitchFamily="34" charset="-122"/>
                <a:cs typeface="Nunito ExtraLight" pitchFamily="34" charset="-120"/>
              </a:rPr>
              <a:t>BAGIAN 16</a:t>
            </a:r>
            <a:endParaRPr lang="en-US" sz="750" dirty="0"/>
          </a:p>
        </p:txBody>
      </p:sp>
      <p:sp>
        <p:nvSpPr>
          <p:cNvPr id="73" name="Text 71"/>
          <p:cNvSpPr/>
          <p:nvPr/>
        </p:nvSpPr>
        <p:spPr>
          <a:xfrm>
            <a:off x="8239125" y="2439293"/>
            <a:ext cx="1965960" cy="182880"/>
          </a:xfrm>
          <a:prstGeom prst="rect">
            <a:avLst/>
          </a:prstGeom>
          <a:noFill/>
          <a:ln/>
        </p:spPr>
        <p:txBody>
          <a:bodyPr vert="horz" wrap="none" lIns="0" tIns="0" rIns="0" bIns="0" rtlCol="0" anchor="t">
            <a:normAutofit/>
          </a:bodyPr>
          <a:lstStyle/>
          <a:p>
            <a:pPr marL="0" indent="0" algn="l">
              <a:lnSpc>
                <a:spcPts val="1170"/>
              </a:lnSpc>
              <a:buNone/>
            </a:pPr>
            <a:r>
              <a:rPr lang="en-US" sz="975" b="1" dirty="0">
                <a:solidFill>
                  <a:srgbClr val="3C3A32"/>
                </a:solidFill>
                <a:latin typeface="Nunito ExtraLight" pitchFamily="34" charset="0"/>
                <a:ea typeface="Nunito ExtraLight" pitchFamily="34" charset="-122"/>
                <a:cs typeface="Nunito ExtraLight" pitchFamily="34" charset="-120"/>
              </a:rPr>
              <a:t>Strategi Mitigasi dan Audit Trail</a:t>
            </a:r>
            <a:endParaRPr lang="en-US" sz="975" dirty="0"/>
          </a:p>
        </p:txBody>
      </p:sp>
      <p:sp>
        <p:nvSpPr>
          <p:cNvPr id="74" name="Text 72"/>
          <p:cNvSpPr/>
          <p:nvPr/>
        </p:nvSpPr>
        <p:spPr>
          <a:xfrm>
            <a:off x="8096250" y="2758380"/>
            <a:ext cx="3619500" cy="514350"/>
          </a:xfrm>
          <a:prstGeom prst="rect">
            <a:avLst/>
          </a:prstGeom>
          <a:solidFill>
            <a:srgbClr val="F8F9F5"/>
          </a:solidFill>
          <a:ln/>
        </p:spPr>
        <p:txBody>
          <a:bodyPr wrap="square" rtlCol="0" anchor="ctr"/>
          <a:lstStyle/>
          <a:p>
            <a:pPr marL="0" indent="0">
              <a:buNone/>
            </a:pPr>
            <a:endParaRPr lang="en-US" dirty="0"/>
          </a:p>
        </p:txBody>
      </p:sp>
      <p:sp>
        <p:nvSpPr>
          <p:cNvPr id="75" name="Shape 73"/>
          <p:cNvSpPr/>
          <p:nvPr/>
        </p:nvSpPr>
        <p:spPr>
          <a:xfrm>
            <a:off x="8096250" y="2758380"/>
            <a:ext cx="0" cy="514350"/>
          </a:xfrm>
          <a:prstGeom prst="line">
            <a:avLst/>
          </a:prstGeom>
          <a:noFill/>
          <a:ln w="28575">
            <a:solidFill>
              <a:srgbClr val="CDEE9E"/>
            </a:solidFill>
            <a:prstDash val="solid"/>
          </a:ln>
        </p:spPr>
      </p:sp>
      <p:sp>
        <p:nvSpPr>
          <p:cNvPr id="76" name="Text 74"/>
          <p:cNvSpPr/>
          <p:nvPr/>
        </p:nvSpPr>
        <p:spPr>
          <a:xfrm>
            <a:off x="8239125" y="2869853"/>
            <a:ext cx="2249424" cy="173736"/>
          </a:xfrm>
          <a:prstGeom prst="rect">
            <a:avLst/>
          </a:prstGeom>
          <a:noFill/>
          <a:ln/>
        </p:spPr>
        <p:txBody>
          <a:bodyPr vert="horz" wrap="none" lIns="0" tIns="0" rIns="0" bIns="0" rtlCol="0" anchor="t">
            <a:normAutofit/>
          </a:bodyPr>
          <a:lstStyle/>
          <a:p>
            <a:pPr marL="0" indent="0" algn="l">
              <a:lnSpc>
                <a:spcPts val="1125"/>
              </a:lnSpc>
              <a:buNone/>
            </a:pPr>
            <a:r>
              <a:rPr lang="en-US" sz="750" b="1" dirty="0">
                <a:solidFill>
                  <a:srgbClr val="D1D5DB"/>
                </a:solidFill>
                <a:latin typeface="Nunito ExtraLight" pitchFamily="34" charset="0"/>
                <a:ea typeface="Nunito ExtraLight" pitchFamily="34" charset="-122"/>
                <a:cs typeface="Nunito ExtraLight" pitchFamily="34" charset="-120"/>
              </a:rPr>
              <a:t>BAGIAN 17</a:t>
            </a:r>
            <a:endParaRPr lang="en-US" sz="750" dirty="0"/>
          </a:p>
        </p:txBody>
      </p:sp>
      <p:sp>
        <p:nvSpPr>
          <p:cNvPr id="77" name="Text 75"/>
          <p:cNvSpPr/>
          <p:nvPr/>
        </p:nvSpPr>
        <p:spPr>
          <a:xfrm>
            <a:off x="8239125" y="3010793"/>
            <a:ext cx="2258568" cy="182880"/>
          </a:xfrm>
          <a:prstGeom prst="rect">
            <a:avLst/>
          </a:prstGeom>
          <a:noFill/>
          <a:ln/>
        </p:spPr>
        <p:txBody>
          <a:bodyPr vert="horz" wrap="none" lIns="0" tIns="0" rIns="0" bIns="0" rtlCol="0" anchor="t">
            <a:normAutofit/>
          </a:bodyPr>
          <a:lstStyle/>
          <a:p>
            <a:pPr marL="0" indent="0" algn="l">
              <a:lnSpc>
                <a:spcPts val="1170"/>
              </a:lnSpc>
              <a:buNone/>
            </a:pPr>
            <a:r>
              <a:rPr lang="en-US" sz="975" b="1" dirty="0">
                <a:solidFill>
                  <a:srgbClr val="3C3A32"/>
                </a:solidFill>
                <a:latin typeface="Nunito ExtraLight" pitchFamily="34" charset="0"/>
                <a:ea typeface="Nunito ExtraLight" pitchFamily="34" charset="-122"/>
                <a:cs typeface="Nunito ExtraLight" pitchFamily="34" charset="-120"/>
              </a:rPr>
              <a:t>Studi Kasus: Bad Faith Merek Digital</a:t>
            </a:r>
            <a:endParaRPr lang="en-US" sz="975" dirty="0"/>
          </a:p>
        </p:txBody>
      </p:sp>
      <p:sp>
        <p:nvSpPr>
          <p:cNvPr id="78" name="Text 76"/>
          <p:cNvSpPr/>
          <p:nvPr/>
        </p:nvSpPr>
        <p:spPr>
          <a:xfrm>
            <a:off x="8096250" y="3329880"/>
            <a:ext cx="3619500" cy="514350"/>
          </a:xfrm>
          <a:prstGeom prst="rect">
            <a:avLst/>
          </a:prstGeom>
          <a:solidFill>
            <a:srgbClr val="F8F9F5"/>
          </a:solidFill>
          <a:ln/>
        </p:spPr>
        <p:txBody>
          <a:bodyPr wrap="square" rtlCol="0" anchor="ctr"/>
          <a:lstStyle/>
          <a:p>
            <a:pPr marL="0" indent="0">
              <a:buNone/>
            </a:pPr>
            <a:endParaRPr lang="en-US" dirty="0"/>
          </a:p>
        </p:txBody>
      </p:sp>
      <p:sp>
        <p:nvSpPr>
          <p:cNvPr id="79" name="Shape 77"/>
          <p:cNvSpPr/>
          <p:nvPr/>
        </p:nvSpPr>
        <p:spPr>
          <a:xfrm>
            <a:off x="8096250" y="3329880"/>
            <a:ext cx="0" cy="514350"/>
          </a:xfrm>
          <a:prstGeom prst="line">
            <a:avLst/>
          </a:prstGeom>
          <a:noFill/>
          <a:ln w="28575">
            <a:solidFill>
              <a:srgbClr val="CDEE9E"/>
            </a:solidFill>
            <a:prstDash val="solid"/>
          </a:ln>
        </p:spPr>
      </p:sp>
      <p:sp>
        <p:nvSpPr>
          <p:cNvPr id="80" name="Text 78"/>
          <p:cNvSpPr/>
          <p:nvPr/>
        </p:nvSpPr>
        <p:spPr>
          <a:xfrm>
            <a:off x="8239125" y="3441353"/>
            <a:ext cx="2148840" cy="173736"/>
          </a:xfrm>
          <a:prstGeom prst="rect">
            <a:avLst/>
          </a:prstGeom>
          <a:noFill/>
          <a:ln/>
        </p:spPr>
        <p:txBody>
          <a:bodyPr vert="horz" wrap="none" lIns="0" tIns="0" rIns="0" bIns="0" rtlCol="0" anchor="t">
            <a:normAutofit/>
          </a:bodyPr>
          <a:lstStyle/>
          <a:p>
            <a:pPr marL="0" indent="0" algn="l">
              <a:lnSpc>
                <a:spcPts val="1125"/>
              </a:lnSpc>
              <a:buNone/>
            </a:pPr>
            <a:r>
              <a:rPr lang="en-US" sz="750" b="1" dirty="0">
                <a:solidFill>
                  <a:srgbClr val="D1D5DB"/>
                </a:solidFill>
                <a:latin typeface="Nunito ExtraLight" pitchFamily="34" charset="0"/>
                <a:ea typeface="Nunito ExtraLight" pitchFamily="34" charset="-122"/>
                <a:cs typeface="Nunito ExtraLight" pitchFamily="34" charset="-120"/>
              </a:rPr>
              <a:t>BAGIAN 18</a:t>
            </a:r>
            <a:endParaRPr lang="en-US" sz="750" dirty="0"/>
          </a:p>
        </p:txBody>
      </p:sp>
      <p:sp>
        <p:nvSpPr>
          <p:cNvPr id="81" name="Text 79"/>
          <p:cNvSpPr/>
          <p:nvPr/>
        </p:nvSpPr>
        <p:spPr>
          <a:xfrm>
            <a:off x="8239125" y="3582293"/>
            <a:ext cx="2157984" cy="182880"/>
          </a:xfrm>
          <a:prstGeom prst="rect">
            <a:avLst/>
          </a:prstGeom>
          <a:noFill/>
          <a:ln/>
        </p:spPr>
        <p:txBody>
          <a:bodyPr vert="horz" wrap="none" lIns="0" tIns="0" rIns="0" bIns="0" rtlCol="0" anchor="t">
            <a:normAutofit/>
          </a:bodyPr>
          <a:lstStyle/>
          <a:p>
            <a:pPr marL="0" indent="0" algn="l">
              <a:lnSpc>
                <a:spcPts val="1170"/>
              </a:lnSpc>
              <a:buNone/>
            </a:pPr>
            <a:r>
              <a:rPr lang="en-US" sz="975" b="1" dirty="0">
                <a:solidFill>
                  <a:srgbClr val="3C3A32"/>
                </a:solidFill>
                <a:latin typeface="Nunito ExtraLight" pitchFamily="34" charset="0"/>
                <a:ea typeface="Nunito ExtraLight" pitchFamily="34" charset="-122"/>
                <a:cs typeface="Nunito ExtraLight" pitchFamily="34" charset="-120"/>
              </a:rPr>
              <a:t>Putusan Pengadilan dan Pelajaran</a:t>
            </a:r>
            <a:endParaRPr lang="en-US" sz="975" dirty="0"/>
          </a:p>
        </p:txBody>
      </p:sp>
      <p:sp>
        <p:nvSpPr>
          <p:cNvPr id="82" name="Text 80"/>
          <p:cNvSpPr/>
          <p:nvPr/>
        </p:nvSpPr>
        <p:spPr>
          <a:xfrm>
            <a:off x="8096250" y="3901380"/>
            <a:ext cx="3619500" cy="514350"/>
          </a:xfrm>
          <a:prstGeom prst="rect">
            <a:avLst/>
          </a:prstGeom>
          <a:solidFill>
            <a:srgbClr val="F8F9F5"/>
          </a:solidFill>
          <a:ln/>
        </p:spPr>
        <p:txBody>
          <a:bodyPr wrap="square" rtlCol="0" anchor="ctr"/>
          <a:lstStyle/>
          <a:p>
            <a:pPr marL="0" indent="0">
              <a:buNone/>
            </a:pPr>
            <a:endParaRPr lang="en-US" dirty="0"/>
          </a:p>
        </p:txBody>
      </p:sp>
      <p:sp>
        <p:nvSpPr>
          <p:cNvPr id="83" name="Shape 81"/>
          <p:cNvSpPr/>
          <p:nvPr/>
        </p:nvSpPr>
        <p:spPr>
          <a:xfrm>
            <a:off x="8096250" y="3901380"/>
            <a:ext cx="0" cy="514350"/>
          </a:xfrm>
          <a:prstGeom prst="line">
            <a:avLst/>
          </a:prstGeom>
          <a:noFill/>
          <a:ln w="28575">
            <a:solidFill>
              <a:srgbClr val="CDEE9E"/>
            </a:solidFill>
            <a:prstDash val="solid"/>
          </a:ln>
        </p:spPr>
      </p:sp>
      <p:sp>
        <p:nvSpPr>
          <p:cNvPr id="84" name="Text 82"/>
          <p:cNvSpPr/>
          <p:nvPr/>
        </p:nvSpPr>
        <p:spPr>
          <a:xfrm>
            <a:off x="8239125" y="4012853"/>
            <a:ext cx="1874520" cy="173736"/>
          </a:xfrm>
          <a:prstGeom prst="rect">
            <a:avLst/>
          </a:prstGeom>
          <a:noFill/>
          <a:ln/>
        </p:spPr>
        <p:txBody>
          <a:bodyPr vert="horz" wrap="none" lIns="0" tIns="0" rIns="0" bIns="0" rtlCol="0" anchor="t">
            <a:normAutofit/>
          </a:bodyPr>
          <a:lstStyle/>
          <a:p>
            <a:pPr marL="0" indent="0" algn="l">
              <a:lnSpc>
                <a:spcPts val="1125"/>
              </a:lnSpc>
              <a:buNone/>
            </a:pPr>
            <a:r>
              <a:rPr lang="en-US" sz="750" b="1" dirty="0">
                <a:solidFill>
                  <a:srgbClr val="D1D5DB"/>
                </a:solidFill>
                <a:latin typeface="Nunito ExtraLight" pitchFamily="34" charset="0"/>
                <a:ea typeface="Nunito ExtraLight" pitchFamily="34" charset="-122"/>
                <a:cs typeface="Nunito ExtraLight" pitchFamily="34" charset="-120"/>
              </a:rPr>
              <a:t>BAGIAN 19</a:t>
            </a:r>
            <a:endParaRPr lang="en-US" sz="750" dirty="0"/>
          </a:p>
        </p:txBody>
      </p:sp>
      <p:sp>
        <p:nvSpPr>
          <p:cNvPr id="85" name="Text 83"/>
          <p:cNvSpPr/>
          <p:nvPr/>
        </p:nvSpPr>
        <p:spPr>
          <a:xfrm>
            <a:off x="8239125" y="4153793"/>
            <a:ext cx="1883664" cy="182880"/>
          </a:xfrm>
          <a:prstGeom prst="rect">
            <a:avLst/>
          </a:prstGeom>
          <a:noFill/>
          <a:ln/>
        </p:spPr>
        <p:txBody>
          <a:bodyPr vert="horz" wrap="none" lIns="0" tIns="0" rIns="0" bIns="0" rtlCol="0" anchor="t">
            <a:normAutofit/>
          </a:bodyPr>
          <a:lstStyle/>
          <a:p>
            <a:pPr marL="0" indent="0" algn="l">
              <a:lnSpc>
                <a:spcPts val="1170"/>
              </a:lnSpc>
              <a:buNone/>
            </a:pPr>
            <a:r>
              <a:rPr lang="en-US" sz="975" b="1" dirty="0">
                <a:solidFill>
                  <a:srgbClr val="3C3A32"/>
                </a:solidFill>
                <a:latin typeface="Nunito ExtraLight" pitchFamily="34" charset="0"/>
                <a:ea typeface="Nunito ExtraLight" pitchFamily="34" charset="-122"/>
                <a:cs typeface="Nunito ExtraLight" pitchFamily="34" charset="-120"/>
              </a:rPr>
              <a:t>Kesimpulan dan Rencana Aksi</a:t>
            </a:r>
            <a:endParaRPr lang="en-US" sz="9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FFFFF"/>
          </a:solidFill>
          <a:ln/>
        </p:spPr>
        <p:txBody>
          <a:bodyPr wrap="square" rtlCol="0" anchor="ctr"/>
          <a:lstStyle/>
          <a:p>
            <a:pPr marL="0" indent="0">
              <a:buNone/>
            </a:pPr>
            <a:endParaRPr lang="en-US" dirty="0"/>
          </a:p>
        </p:txBody>
      </p:sp>
      <p:sp>
        <p:nvSpPr>
          <p:cNvPr id="3" name="Text 1"/>
          <p:cNvSpPr/>
          <p:nvPr/>
        </p:nvSpPr>
        <p:spPr>
          <a:xfrm>
            <a:off x="609600" y="457200"/>
            <a:ext cx="813816" cy="301752"/>
          </a:xfrm>
          <a:prstGeom prst="rect">
            <a:avLst/>
          </a:prstGeom>
          <a:noFill/>
          <a:ln/>
        </p:spPr>
        <p:txBody>
          <a:bodyPr vert="horz" wrap="none" lIns="0" tIns="0" rIns="0" bIns="0" rtlCol="0" anchor="t">
            <a:normAutofit/>
          </a:bodyPr>
          <a:lstStyle/>
          <a:p>
            <a:pPr marL="0" indent="0" algn="l">
              <a:lnSpc>
                <a:spcPts val="2100"/>
              </a:lnSpc>
              <a:buNone/>
            </a:pPr>
            <a:r>
              <a:rPr lang="en-US" sz="1500" b="1" kern="0" spc="180" dirty="0">
                <a:solidFill>
                  <a:srgbClr val="3C3A32"/>
                </a:solidFill>
                <a:latin typeface="Nunito ExtraLight" pitchFamily="34" charset="0"/>
                <a:ea typeface="Nunito ExtraLight" pitchFamily="34" charset="-122"/>
                <a:cs typeface="Nunito ExtraLight" pitchFamily="34" charset="-120"/>
              </a:rPr>
              <a:t>NOLAJ</a:t>
            </a:r>
            <a:endParaRPr lang="en-US" sz="1500" dirty="0"/>
          </a:p>
        </p:txBody>
      </p:sp>
      <p:sp>
        <p:nvSpPr>
          <p:cNvPr id="4" name="Text 2"/>
          <p:cNvSpPr/>
          <p:nvPr/>
        </p:nvSpPr>
        <p:spPr>
          <a:xfrm>
            <a:off x="1466850" y="514350"/>
            <a:ext cx="9525" cy="152400"/>
          </a:xfrm>
          <a:prstGeom prst="rect">
            <a:avLst/>
          </a:prstGeom>
          <a:solidFill>
            <a:srgbClr val="3C3A32">
              <a:alpha val="30000"/>
            </a:srgbClr>
          </a:solidFill>
          <a:ln/>
        </p:spPr>
        <p:txBody>
          <a:bodyPr wrap="square" rtlCol="0" anchor="ctr"/>
          <a:lstStyle/>
          <a:p>
            <a:pPr marL="0" indent="0">
              <a:buNone/>
            </a:pPr>
            <a:endParaRPr lang="en-US" dirty="0"/>
          </a:p>
        </p:txBody>
      </p:sp>
      <p:sp>
        <p:nvSpPr>
          <p:cNvPr id="5" name="Text 3"/>
          <p:cNvSpPr/>
          <p:nvPr/>
        </p:nvSpPr>
        <p:spPr>
          <a:xfrm>
            <a:off x="1591642" y="457200"/>
            <a:ext cx="1783080" cy="301752"/>
          </a:xfrm>
          <a:prstGeom prst="rect">
            <a:avLst/>
          </a:prstGeom>
          <a:noFill/>
          <a:ln/>
        </p:spPr>
        <p:txBody>
          <a:bodyPr vert="horz" wrap="none" lIns="0" tIns="0" rIns="0" bIns="0" rtlCol="0" anchor="t">
            <a:normAutofit/>
          </a:bodyPr>
          <a:lstStyle/>
          <a:p>
            <a:pPr marL="0" indent="0" algn="l">
              <a:lnSpc>
                <a:spcPts val="2100"/>
              </a:lnSpc>
              <a:buNone/>
            </a:pPr>
            <a:r>
              <a:rPr lang="en-US" sz="1350" kern="0" spc="130" dirty="0">
                <a:solidFill>
                  <a:srgbClr val="3C3A32">
                    <a:alpha val="80000"/>
                  </a:srgbClr>
                </a:solidFill>
                <a:latin typeface="Nunito ExtraLight" pitchFamily="34" charset="0"/>
                <a:ea typeface="Nunito ExtraLight" pitchFamily="34" charset="-122"/>
                <a:cs typeface="Nunito ExtraLight" pitchFamily="34" charset="-120"/>
              </a:rPr>
              <a:t>LEGAL STRATEGY</a:t>
            </a:r>
            <a:endParaRPr lang="en-US" sz="1350" dirty="0"/>
          </a:p>
        </p:txBody>
      </p:sp>
      <p:sp>
        <p:nvSpPr>
          <p:cNvPr id="6" name="Text 4"/>
          <p:cNvSpPr/>
          <p:nvPr/>
        </p:nvSpPr>
        <p:spPr>
          <a:xfrm>
            <a:off x="609600" y="1181100"/>
            <a:ext cx="762000" cy="57150"/>
          </a:xfrm>
          <a:prstGeom prst="rect">
            <a:avLst/>
          </a:prstGeom>
          <a:solidFill>
            <a:srgbClr val="CDEE9E"/>
          </a:solidFill>
          <a:ln/>
        </p:spPr>
        <p:txBody>
          <a:bodyPr wrap="square" rtlCol="0" anchor="ctr"/>
          <a:lstStyle/>
          <a:p>
            <a:pPr marL="0" indent="0">
              <a:buNone/>
            </a:pPr>
            <a:endParaRPr lang="en-US" dirty="0"/>
          </a:p>
        </p:txBody>
      </p:sp>
      <p:sp>
        <p:nvSpPr>
          <p:cNvPr id="7" name="Text 5"/>
          <p:cNvSpPr/>
          <p:nvPr/>
        </p:nvSpPr>
        <p:spPr>
          <a:xfrm>
            <a:off x="609600" y="1466850"/>
            <a:ext cx="11338560" cy="694944"/>
          </a:xfrm>
          <a:prstGeom prst="rect">
            <a:avLst/>
          </a:prstGeom>
          <a:noFill/>
          <a:ln/>
        </p:spPr>
        <p:txBody>
          <a:bodyPr vert="horz" wrap="none" lIns="0" tIns="0" rIns="0" bIns="0" rtlCol="0" anchor="t">
            <a:normAutofit/>
          </a:bodyPr>
          <a:lstStyle/>
          <a:p>
            <a:pPr marL="0" indent="0" algn="l">
              <a:lnSpc>
                <a:spcPts val="4950"/>
              </a:lnSpc>
              <a:buNone/>
            </a:pPr>
            <a:r>
              <a:rPr lang="en-US" sz="4500" b="1" kern="0" spc="-230" dirty="0">
                <a:solidFill>
                  <a:srgbClr val="3C3A32"/>
                </a:solidFill>
                <a:latin typeface="Pacifico" pitchFamily="34" charset="0"/>
                <a:ea typeface="Pacifico" pitchFamily="34" charset="-122"/>
                <a:cs typeface="Pacifico" pitchFamily="34" charset="-120"/>
              </a:rPr>
              <a:t>Pendahuluan &amp; Tujuan.</a:t>
            </a:r>
            <a:endParaRPr lang="en-US" sz="4500" dirty="0"/>
          </a:p>
        </p:txBody>
      </p:sp>
      <p:sp>
        <p:nvSpPr>
          <p:cNvPr id="8" name="Text 6"/>
          <p:cNvSpPr/>
          <p:nvPr/>
        </p:nvSpPr>
        <p:spPr>
          <a:xfrm>
            <a:off x="609600" y="2476500"/>
            <a:ext cx="3505200" cy="3459956"/>
          </a:xfrm>
          <a:prstGeom prst="roundRect">
            <a:avLst>
              <a:gd name="adj" fmla="val 4405"/>
            </a:avLst>
          </a:prstGeom>
          <a:solidFill>
            <a:srgbClr val="F8F9F5"/>
          </a:solidFill>
          <a:ln w="9525">
            <a:solidFill>
              <a:srgbClr val="E5E7EB"/>
            </a:solidFill>
          </a:ln>
        </p:spPr>
        <p:txBody>
          <a:bodyPr wrap="square" rtlCol="0" anchor="ctr"/>
          <a:lstStyle/>
          <a:p>
            <a:pPr marL="0" indent="0">
              <a:buNone/>
            </a:pPr>
            <a:endParaRPr lang="en-US" dirty="0"/>
          </a:p>
        </p:txBody>
      </p:sp>
      <p:sp>
        <p:nvSpPr>
          <p:cNvPr id="9" name="Text 7"/>
          <p:cNvSpPr/>
          <p:nvPr/>
        </p:nvSpPr>
        <p:spPr>
          <a:xfrm>
            <a:off x="619125" y="2486025"/>
            <a:ext cx="3486150" cy="38100"/>
          </a:xfrm>
          <a:prstGeom prst="rect">
            <a:avLst/>
          </a:prstGeom>
          <a:solidFill>
            <a:srgbClr val="D1D5DB"/>
          </a:solidFill>
          <a:ln/>
        </p:spPr>
        <p:txBody>
          <a:bodyPr wrap="square" rtlCol="0" anchor="ctr"/>
          <a:lstStyle/>
          <a:p>
            <a:pPr marL="0" indent="0">
              <a:buNone/>
            </a:pPr>
            <a:endParaRPr lang="en-US" dirty="0"/>
          </a:p>
        </p:txBody>
      </p:sp>
      <p:sp>
        <p:nvSpPr>
          <p:cNvPr id="10" name="Text 8"/>
          <p:cNvSpPr/>
          <p:nvPr/>
        </p:nvSpPr>
        <p:spPr>
          <a:xfrm>
            <a:off x="999232" y="2867025"/>
            <a:ext cx="758952" cy="182880"/>
          </a:xfrm>
          <a:prstGeom prst="rect">
            <a:avLst/>
          </a:prstGeom>
          <a:noFill/>
          <a:ln/>
        </p:spPr>
        <p:txBody>
          <a:bodyPr vert="horz" wrap="none" lIns="0" tIns="0" rIns="0" bIns="0" rtlCol="0" anchor="t">
            <a:normAutofit/>
          </a:bodyPr>
          <a:lstStyle/>
          <a:p>
            <a:pPr marL="0" indent="0" algn="l">
              <a:lnSpc>
                <a:spcPts val="1200"/>
              </a:lnSpc>
              <a:buNone/>
            </a:pPr>
            <a:r>
              <a:rPr lang="en-US" sz="900" b="1" kern="0" spc="90" dirty="0">
                <a:solidFill>
                  <a:srgbClr val="3C3A32">
                    <a:alpha val="40000"/>
                  </a:srgbClr>
                </a:solidFill>
                <a:latin typeface="Nunito ExtraLight" pitchFamily="34" charset="0"/>
                <a:ea typeface="Nunito ExtraLight" pitchFamily="34" charset="-122"/>
                <a:cs typeface="Nunito ExtraLight" pitchFamily="34" charset="-120"/>
              </a:rPr>
              <a:t>BAGIAN 01</a:t>
            </a:r>
            <a:endParaRPr lang="en-US" sz="900" dirty="0"/>
          </a:p>
        </p:txBody>
      </p:sp>
      <p:sp>
        <p:nvSpPr>
          <p:cNvPr id="11" name="Text 9"/>
          <p:cNvSpPr/>
          <p:nvPr/>
        </p:nvSpPr>
        <p:spPr>
          <a:xfrm>
            <a:off x="3648075" y="2905125"/>
            <a:ext cx="76200" cy="76200"/>
          </a:xfrm>
          <a:prstGeom prst="roundRect">
            <a:avLst>
              <a:gd name="adj" fmla="val 100000"/>
            </a:avLst>
          </a:prstGeom>
          <a:solidFill>
            <a:srgbClr val="3C3A32"/>
          </a:solidFill>
          <a:ln/>
        </p:spPr>
        <p:txBody>
          <a:bodyPr wrap="square" rtlCol="0" anchor="ctr"/>
          <a:lstStyle/>
          <a:p>
            <a:pPr marL="0" indent="0">
              <a:buNone/>
            </a:pPr>
            <a:endParaRPr lang="en-US" dirty="0"/>
          </a:p>
        </p:txBody>
      </p:sp>
      <p:sp>
        <p:nvSpPr>
          <p:cNvPr id="12" name="Text 10"/>
          <p:cNvSpPr/>
          <p:nvPr/>
        </p:nvSpPr>
        <p:spPr>
          <a:xfrm>
            <a:off x="1000125" y="3324225"/>
            <a:ext cx="2788920" cy="576072"/>
          </a:xfrm>
          <a:prstGeom prst="rect">
            <a:avLst/>
          </a:prstGeom>
          <a:noFill/>
          <a:ln/>
        </p:spPr>
        <p:txBody>
          <a:bodyPr vert="horz" wrap="square" lIns="0" tIns="0" rIns="0" bIns="0" rtlCol="0" anchor="t"/>
          <a:lstStyle/>
          <a:p>
            <a:pPr marL="0" indent="0" algn="l">
              <a:lnSpc>
                <a:spcPts val="2250"/>
              </a:lnSpc>
              <a:buNone/>
            </a:pPr>
            <a:r>
              <a:rPr lang="en-US" sz="1800" b="1" i="1" dirty="0">
                <a:solidFill>
                  <a:srgbClr val="3C3A32"/>
                </a:solidFill>
                <a:latin typeface="Pacifico" pitchFamily="34" charset="0"/>
                <a:ea typeface="Pacifico" pitchFamily="34" charset="-122"/>
                <a:cs typeface="Pacifico" pitchFamily="34" charset="-120"/>
              </a:rPr>
              <a:t>Strategi</a:t>
            </a:r>
            <a:endParaRPr lang="en-US" sz="1800" dirty="0"/>
          </a:p>
          <a:p>
            <a:pPr marL="0" indent="0" algn="l">
              <a:lnSpc>
                <a:spcPts val="2250"/>
              </a:lnSpc>
              <a:buNone/>
            </a:pPr>
            <a:r>
              <a:rPr lang="en-US" sz="1800" b="1" i="1" dirty="0">
                <a:solidFill>
                  <a:srgbClr val="3C3A32"/>
                </a:solidFill>
                <a:latin typeface="Pacifico" pitchFamily="34" charset="0"/>
                <a:ea typeface="Pacifico" pitchFamily="34" charset="-122"/>
                <a:cs typeface="Pacifico" pitchFamily="34" charset="-120"/>
              </a:rPr>
              <a:t>Pendaftaran</a:t>
            </a:r>
            <a:endParaRPr lang="en-US" sz="1800" dirty="0"/>
          </a:p>
        </p:txBody>
      </p:sp>
      <p:sp>
        <p:nvSpPr>
          <p:cNvPr id="13" name="Text 11"/>
          <p:cNvSpPr/>
          <p:nvPr/>
        </p:nvSpPr>
        <p:spPr>
          <a:xfrm>
            <a:off x="1000125" y="3895725"/>
            <a:ext cx="2953512" cy="758952"/>
          </a:xfrm>
          <a:prstGeom prst="rect">
            <a:avLst/>
          </a:prstGeom>
          <a:noFill/>
          <a:ln/>
        </p:spPr>
        <p:txBody>
          <a:bodyPr vert="horz" wrap="none" lIns="0" tIns="0" rIns="0" bIns="0" rtlCol="0" anchor="t">
            <a:normAutofit/>
          </a:bodyPr>
          <a:lstStyle/>
          <a:p>
            <a:pPr marL="0" indent="0" algn="l">
              <a:lnSpc>
                <a:spcPts val="5400"/>
              </a:lnSpc>
              <a:buNone/>
            </a:pPr>
            <a:r>
              <a:rPr lang="en-US" sz="5400" kern="0" spc="-270" dirty="0">
                <a:solidFill>
                  <a:srgbClr val="3C3A32"/>
                </a:solidFill>
                <a:latin typeface="Nunito ExtraLight" pitchFamily="34" charset="0"/>
                <a:ea typeface="Nunito ExtraLight" pitchFamily="34" charset="-122"/>
                <a:cs typeface="Nunito ExtraLight" pitchFamily="34" charset="-120"/>
              </a:rPr>
              <a:t>SaaS</a:t>
            </a:r>
            <a:endParaRPr lang="en-US" sz="5400" dirty="0"/>
          </a:p>
        </p:txBody>
      </p:sp>
      <p:sp>
        <p:nvSpPr>
          <p:cNvPr id="14" name="Shape 12"/>
          <p:cNvSpPr/>
          <p:nvPr/>
        </p:nvSpPr>
        <p:spPr>
          <a:xfrm>
            <a:off x="1000125" y="4738687"/>
            <a:ext cx="2724150" cy="0"/>
          </a:xfrm>
          <a:prstGeom prst="line">
            <a:avLst/>
          </a:prstGeom>
          <a:noFill/>
          <a:ln w="9525">
            <a:solidFill>
              <a:srgbClr val="E5E7EB"/>
            </a:solidFill>
            <a:prstDash val="solid"/>
          </a:ln>
        </p:spPr>
      </p:sp>
      <p:sp>
        <p:nvSpPr>
          <p:cNvPr id="15" name="Text 13"/>
          <p:cNvSpPr/>
          <p:nvPr/>
        </p:nvSpPr>
        <p:spPr>
          <a:xfrm>
            <a:off x="1000125" y="4897041"/>
            <a:ext cx="2761488" cy="649224"/>
          </a:xfrm>
          <a:prstGeom prst="rect">
            <a:avLst/>
          </a:prstGeom>
          <a:noFill/>
          <a:ln/>
        </p:spPr>
        <p:txBody>
          <a:bodyPr vert="horz" wrap="square" lIns="0" tIns="0" rIns="0" bIns="0" rtlCol="0" anchor="t"/>
          <a:lstStyle/>
          <a:p>
            <a:pPr marL="0" indent="0" algn="l">
              <a:lnSpc>
                <a:spcPts val="1706"/>
              </a:lnSpc>
              <a:buNone/>
            </a:pPr>
            <a:r>
              <a:rPr lang="en-US" sz="1050" dirty="0">
                <a:solidFill>
                  <a:srgbClr val="3C3A32">
                    <a:alpha val="70000"/>
                  </a:srgbClr>
                </a:solidFill>
                <a:latin typeface="Nunito ExtraLight" pitchFamily="34" charset="0"/>
                <a:ea typeface="Nunito ExtraLight" pitchFamily="34" charset="-122"/>
                <a:cs typeface="Nunito ExtraLight" pitchFamily="34" charset="-120"/>
              </a:rPr>
              <a:t>Merancang strategi pendaftaran dan mitigasi risiko intelektual bagi perusahaan platform online.</a:t>
            </a:r>
            <a:endParaRPr lang="en-US" sz="1050" dirty="0"/>
          </a:p>
        </p:txBody>
      </p:sp>
      <p:sp>
        <p:nvSpPr>
          <p:cNvPr id="16" name="Text 14"/>
          <p:cNvSpPr/>
          <p:nvPr/>
        </p:nvSpPr>
        <p:spPr>
          <a:xfrm>
            <a:off x="4343400" y="2476500"/>
            <a:ext cx="3505200" cy="3459956"/>
          </a:xfrm>
          <a:prstGeom prst="roundRect">
            <a:avLst>
              <a:gd name="adj" fmla="val 4405"/>
            </a:avLst>
          </a:prstGeom>
          <a:solidFill>
            <a:srgbClr val="CDEE9E"/>
          </a:solidFill>
          <a:ln/>
        </p:spPr>
        <p:txBody>
          <a:bodyPr wrap="square" rtlCol="0" anchor="ctr"/>
          <a:lstStyle/>
          <a:p>
            <a:pPr marL="0" indent="0">
              <a:buNone/>
            </a:pPr>
            <a:endParaRPr lang="en-US" dirty="0"/>
          </a:p>
        </p:txBody>
      </p:sp>
      <p:sp>
        <p:nvSpPr>
          <p:cNvPr id="17" name="Text 15"/>
          <p:cNvSpPr/>
          <p:nvPr/>
        </p:nvSpPr>
        <p:spPr>
          <a:xfrm>
            <a:off x="4343400" y="2476500"/>
            <a:ext cx="3505200" cy="38100"/>
          </a:xfrm>
          <a:prstGeom prst="rect">
            <a:avLst/>
          </a:prstGeom>
          <a:solidFill>
            <a:srgbClr val="FFFFFF">
              <a:alpha val="40000"/>
            </a:srgbClr>
          </a:solidFill>
          <a:ln/>
        </p:spPr>
        <p:txBody>
          <a:bodyPr wrap="square" rtlCol="0" anchor="ctr"/>
          <a:lstStyle/>
          <a:p>
            <a:pPr marL="0" indent="0">
              <a:buNone/>
            </a:pPr>
            <a:endParaRPr lang="en-US" dirty="0"/>
          </a:p>
        </p:txBody>
      </p:sp>
      <p:sp>
        <p:nvSpPr>
          <p:cNvPr id="18" name="Text 16"/>
          <p:cNvSpPr/>
          <p:nvPr/>
        </p:nvSpPr>
        <p:spPr>
          <a:xfrm>
            <a:off x="4723507" y="2857500"/>
            <a:ext cx="758952" cy="182880"/>
          </a:xfrm>
          <a:prstGeom prst="rect">
            <a:avLst/>
          </a:prstGeom>
          <a:noFill/>
          <a:ln/>
        </p:spPr>
        <p:txBody>
          <a:bodyPr vert="horz" wrap="none" lIns="0" tIns="0" rIns="0" bIns="0" rtlCol="0" anchor="t">
            <a:normAutofit/>
          </a:bodyPr>
          <a:lstStyle/>
          <a:p>
            <a:pPr marL="0" indent="0" algn="l">
              <a:lnSpc>
                <a:spcPts val="1200"/>
              </a:lnSpc>
              <a:buNone/>
            </a:pPr>
            <a:r>
              <a:rPr lang="en-US" sz="900" b="1" kern="0" spc="90" dirty="0">
                <a:solidFill>
                  <a:srgbClr val="3C3A32"/>
                </a:solidFill>
                <a:latin typeface="Nunito ExtraLight" pitchFamily="34" charset="0"/>
                <a:ea typeface="Nunito ExtraLight" pitchFamily="34" charset="-122"/>
                <a:cs typeface="Nunito ExtraLight" pitchFamily="34" charset="-120"/>
              </a:rPr>
              <a:t>BAGIAN 02</a:t>
            </a:r>
            <a:endParaRPr lang="en-US" sz="900" dirty="0"/>
          </a:p>
        </p:txBody>
      </p:sp>
      <p:sp>
        <p:nvSpPr>
          <p:cNvPr id="19" name="Text 17"/>
          <p:cNvSpPr/>
          <p:nvPr/>
        </p:nvSpPr>
        <p:spPr>
          <a:xfrm>
            <a:off x="7391400" y="2895600"/>
            <a:ext cx="76200" cy="76200"/>
          </a:xfrm>
          <a:prstGeom prst="roundRect">
            <a:avLst>
              <a:gd name="adj" fmla="val 100000"/>
            </a:avLst>
          </a:prstGeom>
          <a:solidFill>
            <a:srgbClr val="FFFFFF"/>
          </a:solidFill>
          <a:ln/>
        </p:spPr>
        <p:txBody>
          <a:bodyPr wrap="square" rtlCol="0" anchor="ctr"/>
          <a:lstStyle/>
          <a:p>
            <a:pPr marL="0" indent="0">
              <a:buNone/>
            </a:pPr>
            <a:endParaRPr lang="en-US" dirty="0"/>
          </a:p>
        </p:txBody>
      </p:sp>
      <p:sp>
        <p:nvSpPr>
          <p:cNvPr id="20" name="Text 18"/>
          <p:cNvSpPr/>
          <p:nvPr/>
        </p:nvSpPr>
        <p:spPr>
          <a:xfrm>
            <a:off x="4724400" y="3314700"/>
            <a:ext cx="2807208" cy="576072"/>
          </a:xfrm>
          <a:prstGeom prst="rect">
            <a:avLst/>
          </a:prstGeom>
          <a:noFill/>
          <a:ln/>
        </p:spPr>
        <p:txBody>
          <a:bodyPr vert="horz" wrap="square" lIns="0" tIns="0" rIns="0" bIns="0" rtlCol="0" anchor="t"/>
          <a:lstStyle/>
          <a:p>
            <a:pPr marL="0" indent="0" algn="l">
              <a:lnSpc>
                <a:spcPts val="2250"/>
              </a:lnSpc>
              <a:buNone/>
            </a:pPr>
            <a:r>
              <a:rPr lang="en-US" sz="1800" b="1" i="1" dirty="0">
                <a:solidFill>
                  <a:srgbClr val="3C3A32"/>
                </a:solidFill>
                <a:latin typeface="Pacifico" pitchFamily="34" charset="0"/>
                <a:ea typeface="Pacifico" pitchFamily="34" charset="-122"/>
                <a:cs typeface="Pacifico" pitchFamily="34" charset="-120"/>
              </a:rPr>
              <a:t>Pelindungan</a:t>
            </a:r>
            <a:endParaRPr lang="en-US" sz="1800" dirty="0"/>
          </a:p>
          <a:p>
            <a:pPr marL="0" indent="0" algn="l">
              <a:lnSpc>
                <a:spcPts val="2250"/>
              </a:lnSpc>
              <a:buNone/>
            </a:pPr>
            <a:r>
              <a:rPr lang="en-US" sz="1800" b="1" i="1" dirty="0">
                <a:solidFill>
                  <a:srgbClr val="3C3A32"/>
                </a:solidFill>
                <a:latin typeface="Pacifico" pitchFamily="34" charset="0"/>
                <a:ea typeface="Pacifico" pitchFamily="34" charset="-122"/>
                <a:cs typeface="Pacifico" pitchFamily="34" charset="-120"/>
              </a:rPr>
              <a:t>Aset Digital</a:t>
            </a:r>
            <a:endParaRPr lang="en-US" sz="1800" dirty="0"/>
          </a:p>
        </p:txBody>
      </p:sp>
      <p:sp>
        <p:nvSpPr>
          <p:cNvPr id="21" name="Text 19"/>
          <p:cNvSpPr/>
          <p:nvPr/>
        </p:nvSpPr>
        <p:spPr>
          <a:xfrm>
            <a:off x="4724400" y="3905250"/>
            <a:ext cx="2980944" cy="758952"/>
          </a:xfrm>
          <a:prstGeom prst="rect">
            <a:avLst/>
          </a:prstGeom>
          <a:noFill/>
          <a:ln/>
        </p:spPr>
        <p:txBody>
          <a:bodyPr vert="horz" wrap="none" lIns="0" tIns="0" rIns="0" bIns="0" rtlCol="0" anchor="t">
            <a:normAutofit/>
          </a:bodyPr>
          <a:lstStyle/>
          <a:p>
            <a:pPr marL="0" indent="0" algn="l">
              <a:lnSpc>
                <a:spcPts val="5400"/>
              </a:lnSpc>
              <a:buNone/>
            </a:pPr>
            <a:r>
              <a:rPr lang="en-US" sz="5400" kern="0" spc="-270" dirty="0">
                <a:solidFill>
                  <a:srgbClr val="3C3A32"/>
                </a:solidFill>
                <a:latin typeface="Nunito ExtraLight" pitchFamily="34" charset="0"/>
                <a:ea typeface="Nunito ExtraLight" pitchFamily="34" charset="-122"/>
                <a:cs typeface="Nunito ExtraLight" pitchFamily="34" charset="-120"/>
              </a:rPr>
              <a:t>100</a:t>
            </a:r>
            <a:r>
              <a:rPr lang="en-US" sz="2250" kern="0" spc="-270" dirty="0">
                <a:solidFill>
                  <a:srgbClr val="3C3A32">
                    <a:alpha val="50000"/>
                  </a:srgbClr>
                </a:solidFill>
                <a:latin typeface="Nunito ExtraLight" pitchFamily="34" charset="0"/>
                <a:ea typeface="Nunito ExtraLight" pitchFamily="34" charset="-122"/>
                <a:cs typeface="Nunito ExtraLight" pitchFamily="34" charset="-120"/>
              </a:rPr>
              <a:t>%</a:t>
            </a:r>
            <a:endParaRPr lang="en-US" sz="5400" dirty="0"/>
          </a:p>
        </p:txBody>
      </p:sp>
      <p:sp>
        <p:nvSpPr>
          <p:cNvPr id="22" name="Shape 20"/>
          <p:cNvSpPr/>
          <p:nvPr/>
        </p:nvSpPr>
        <p:spPr>
          <a:xfrm>
            <a:off x="4724400" y="4748213"/>
            <a:ext cx="2743200" cy="0"/>
          </a:xfrm>
          <a:prstGeom prst="line">
            <a:avLst/>
          </a:prstGeom>
          <a:noFill/>
          <a:ln w="9525">
            <a:solidFill>
              <a:srgbClr val="E5E7EB"/>
            </a:solidFill>
            <a:prstDash val="solid"/>
          </a:ln>
        </p:spPr>
      </p:sp>
      <p:sp>
        <p:nvSpPr>
          <p:cNvPr id="23" name="Text 21"/>
          <p:cNvSpPr/>
          <p:nvPr/>
        </p:nvSpPr>
        <p:spPr>
          <a:xfrm>
            <a:off x="4724400" y="4906566"/>
            <a:ext cx="2779776" cy="649224"/>
          </a:xfrm>
          <a:prstGeom prst="rect">
            <a:avLst/>
          </a:prstGeom>
          <a:noFill/>
          <a:ln/>
        </p:spPr>
        <p:txBody>
          <a:bodyPr vert="horz" wrap="square" lIns="0" tIns="0" rIns="0" bIns="0" rtlCol="0" anchor="t"/>
          <a:lstStyle/>
          <a:p>
            <a:pPr marL="0" indent="0" algn="l">
              <a:lnSpc>
                <a:spcPts val="1706"/>
              </a:lnSpc>
              <a:buNone/>
            </a:pPr>
            <a:r>
              <a:rPr lang="en-US" sz="1050" dirty="0">
                <a:solidFill>
                  <a:srgbClr val="3C3A32"/>
                </a:solidFill>
                <a:latin typeface="Nunito ExtraLight" pitchFamily="34" charset="0"/>
                <a:ea typeface="Nunito ExtraLight" pitchFamily="34" charset="-122"/>
                <a:cs typeface="Nunito ExtraLight" pitchFamily="34" charset="-120"/>
              </a:rPr>
              <a:t>Memahami urgensi penguatan pelindungan rahasia dagang untuk mengamankan aset strategis bisnis.</a:t>
            </a:r>
            <a:endParaRPr lang="en-US" sz="1050" dirty="0"/>
          </a:p>
        </p:txBody>
      </p:sp>
      <p:sp>
        <p:nvSpPr>
          <p:cNvPr id="24" name="Text 22"/>
          <p:cNvSpPr/>
          <p:nvPr/>
        </p:nvSpPr>
        <p:spPr>
          <a:xfrm>
            <a:off x="8077200" y="2476500"/>
            <a:ext cx="3505200" cy="3459956"/>
          </a:xfrm>
          <a:prstGeom prst="roundRect">
            <a:avLst>
              <a:gd name="adj" fmla="val 4405"/>
            </a:avLst>
          </a:prstGeom>
          <a:solidFill>
            <a:srgbClr val="3C3A32"/>
          </a:solidFill>
          <a:ln/>
        </p:spPr>
        <p:txBody>
          <a:bodyPr wrap="square" rtlCol="0" anchor="ctr"/>
          <a:lstStyle/>
          <a:p>
            <a:pPr marL="0" indent="0">
              <a:buNone/>
            </a:pPr>
            <a:endParaRPr lang="en-US" dirty="0"/>
          </a:p>
        </p:txBody>
      </p:sp>
      <p:sp>
        <p:nvSpPr>
          <p:cNvPr id="25" name="Text 23"/>
          <p:cNvSpPr/>
          <p:nvPr/>
        </p:nvSpPr>
        <p:spPr>
          <a:xfrm>
            <a:off x="8077200" y="2476500"/>
            <a:ext cx="3505200" cy="38100"/>
          </a:xfrm>
          <a:prstGeom prst="rect">
            <a:avLst/>
          </a:prstGeom>
          <a:solidFill>
            <a:srgbClr val="CDEE9E">
              <a:alpha val="60000"/>
            </a:srgbClr>
          </a:solidFill>
          <a:ln/>
        </p:spPr>
        <p:txBody>
          <a:bodyPr wrap="square" rtlCol="0" anchor="ctr"/>
          <a:lstStyle/>
          <a:p>
            <a:pPr marL="0" indent="0">
              <a:buNone/>
            </a:pPr>
            <a:endParaRPr lang="en-US" dirty="0"/>
          </a:p>
        </p:txBody>
      </p:sp>
      <p:sp>
        <p:nvSpPr>
          <p:cNvPr id="26" name="Text 24"/>
          <p:cNvSpPr/>
          <p:nvPr/>
        </p:nvSpPr>
        <p:spPr>
          <a:xfrm>
            <a:off x="8457307" y="2857500"/>
            <a:ext cx="758952" cy="182880"/>
          </a:xfrm>
          <a:prstGeom prst="rect">
            <a:avLst/>
          </a:prstGeom>
          <a:noFill/>
          <a:ln/>
        </p:spPr>
        <p:txBody>
          <a:bodyPr vert="horz" wrap="none" lIns="0" tIns="0" rIns="0" bIns="0" rtlCol="0" anchor="t">
            <a:normAutofit/>
          </a:bodyPr>
          <a:lstStyle/>
          <a:p>
            <a:pPr marL="0" indent="0" algn="l">
              <a:lnSpc>
                <a:spcPts val="1200"/>
              </a:lnSpc>
              <a:buNone/>
            </a:pPr>
            <a:r>
              <a:rPr lang="en-US" sz="900" b="1" kern="0" spc="90" dirty="0">
                <a:solidFill>
                  <a:srgbClr val="000000">
                    <a:alpha val="60000"/>
                  </a:srgbClr>
                </a:solidFill>
                <a:latin typeface="Nunito ExtraLight" pitchFamily="34" charset="0"/>
                <a:ea typeface="Nunito ExtraLight" pitchFamily="34" charset="-122"/>
                <a:cs typeface="Nunito ExtraLight" pitchFamily="34" charset="-120"/>
              </a:rPr>
              <a:t>BAGIAN 03</a:t>
            </a:r>
            <a:endParaRPr lang="en-US" sz="900" dirty="0"/>
          </a:p>
        </p:txBody>
      </p:sp>
      <p:sp>
        <p:nvSpPr>
          <p:cNvPr id="27" name="Text 25"/>
          <p:cNvSpPr/>
          <p:nvPr/>
        </p:nvSpPr>
        <p:spPr>
          <a:xfrm>
            <a:off x="11125200" y="2895600"/>
            <a:ext cx="76200" cy="76200"/>
          </a:xfrm>
          <a:prstGeom prst="roundRect">
            <a:avLst>
              <a:gd name="adj" fmla="val 100000"/>
            </a:avLst>
          </a:prstGeom>
          <a:solidFill>
            <a:srgbClr val="CDEE9E"/>
          </a:solidFill>
          <a:ln/>
        </p:spPr>
        <p:txBody>
          <a:bodyPr wrap="square" rtlCol="0" anchor="ctr"/>
          <a:lstStyle/>
          <a:p>
            <a:pPr marL="0" indent="0">
              <a:buNone/>
            </a:pPr>
            <a:endParaRPr lang="en-US" dirty="0"/>
          </a:p>
        </p:txBody>
      </p:sp>
      <p:sp>
        <p:nvSpPr>
          <p:cNvPr id="28" name="Text 26"/>
          <p:cNvSpPr/>
          <p:nvPr/>
        </p:nvSpPr>
        <p:spPr>
          <a:xfrm>
            <a:off x="8458200" y="3314700"/>
            <a:ext cx="2807208" cy="576072"/>
          </a:xfrm>
          <a:prstGeom prst="rect">
            <a:avLst/>
          </a:prstGeom>
          <a:noFill/>
          <a:ln/>
        </p:spPr>
        <p:txBody>
          <a:bodyPr vert="horz" wrap="square" lIns="0" tIns="0" rIns="0" bIns="0" rtlCol="0" anchor="t"/>
          <a:lstStyle/>
          <a:p>
            <a:pPr marL="0" indent="0" algn="l">
              <a:lnSpc>
                <a:spcPts val="2250"/>
              </a:lnSpc>
              <a:buNone/>
            </a:pPr>
            <a:r>
              <a:rPr lang="en-US" sz="1800" b="1" i="1" dirty="0">
                <a:solidFill>
                  <a:srgbClr val="FFFFFF"/>
                </a:solidFill>
                <a:latin typeface="Pacifico" pitchFamily="34" charset="0"/>
                <a:ea typeface="Pacifico" pitchFamily="34" charset="-122"/>
                <a:cs typeface="Pacifico" pitchFamily="34" charset="-120"/>
              </a:rPr>
              <a:t>Sinergi</a:t>
            </a:r>
            <a:endParaRPr lang="en-US" sz="1800" dirty="0"/>
          </a:p>
          <a:p>
            <a:pPr marL="0" indent="0" algn="l">
              <a:lnSpc>
                <a:spcPts val="2250"/>
              </a:lnSpc>
              <a:buNone/>
            </a:pPr>
            <a:r>
              <a:rPr lang="en-US" sz="1800" b="1" i="1" dirty="0">
                <a:solidFill>
                  <a:srgbClr val="FFFFFF"/>
                </a:solidFill>
                <a:latin typeface="Pacifico" pitchFamily="34" charset="0"/>
                <a:ea typeface="Pacifico" pitchFamily="34" charset="-122"/>
                <a:cs typeface="Pacifico" pitchFamily="34" charset="-120"/>
              </a:rPr>
              <a:t>Regulasi</a:t>
            </a:r>
            <a:endParaRPr lang="en-US" sz="1800" dirty="0"/>
          </a:p>
        </p:txBody>
      </p:sp>
      <p:sp>
        <p:nvSpPr>
          <p:cNvPr id="29" name="Text 27"/>
          <p:cNvSpPr/>
          <p:nvPr/>
        </p:nvSpPr>
        <p:spPr>
          <a:xfrm>
            <a:off x="8458200" y="3905250"/>
            <a:ext cx="2980944" cy="758952"/>
          </a:xfrm>
          <a:prstGeom prst="rect">
            <a:avLst/>
          </a:prstGeom>
          <a:noFill/>
          <a:ln/>
        </p:spPr>
        <p:txBody>
          <a:bodyPr vert="horz" wrap="none" lIns="0" tIns="0" rIns="0" bIns="0" rtlCol="0" anchor="t">
            <a:normAutofit/>
          </a:bodyPr>
          <a:lstStyle/>
          <a:p>
            <a:pPr marL="0" indent="0" algn="l">
              <a:lnSpc>
                <a:spcPts val="5400"/>
              </a:lnSpc>
              <a:buNone/>
            </a:pPr>
            <a:r>
              <a:rPr lang="en-US" sz="5400" kern="0" spc="-270" dirty="0">
                <a:solidFill>
                  <a:srgbClr val="000000"/>
                </a:solidFill>
                <a:latin typeface="Nunito ExtraLight" pitchFamily="34" charset="0"/>
                <a:ea typeface="Nunito ExtraLight" pitchFamily="34" charset="-122"/>
                <a:cs typeface="Nunito ExtraLight" pitchFamily="34" charset="-120"/>
              </a:rPr>
              <a:t>DJKI</a:t>
            </a:r>
            <a:endParaRPr lang="en-US" sz="5400" dirty="0"/>
          </a:p>
        </p:txBody>
      </p:sp>
      <p:sp>
        <p:nvSpPr>
          <p:cNvPr id="30" name="Shape 28"/>
          <p:cNvSpPr/>
          <p:nvPr/>
        </p:nvSpPr>
        <p:spPr>
          <a:xfrm>
            <a:off x="8458200" y="4748213"/>
            <a:ext cx="2743200" cy="0"/>
          </a:xfrm>
          <a:prstGeom prst="line">
            <a:avLst/>
          </a:prstGeom>
          <a:noFill/>
          <a:ln w="9525">
            <a:solidFill>
              <a:srgbClr val="374151"/>
            </a:solidFill>
            <a:prstDash val="solid"/>
          </a:ln>
        </p:spPr>
      </p:sp>
      <p:sp>
        <p:nvSpPr>
          <p:cNvPr id="31" name="Text 29"/>
          <p:cNvSpPr/>
          <p:nvPr/>
        </p:nvSpPr>
        <p:spPr>
          <a:xfrm>
            <a:off x="8458200" y="4906566"/>
            <a:ext cx="2779776" cy="649224"/>
          </a:xfrm>
          <a:prstGeom prst="rect">
            <a:avLst/>
          </a:prstGeom>
          <a:noFill/>
          <a:ln/>
        </p:spPr>
        <p:txBody>
          <a:bodyPr vert="horz" wrap="square" lIns="0" tIns="0" rIns="0" bIns="0" rtlCol="0" anchor="t"/>
          <a:lstStyle/>
          <a:p>
            <a:pPr marL="0" indent="0" algn="l">
              <a:lnSpc>
                <a:spcPts val="1706"/>
              </a:lnSpc>
              <a:buNone/>
            </a:pPr>
            <a:r>
              <a:rPr lang="en-US" sz="1050" dirty="0">
                <a:solidFill>
                  <a:srgbClr val="9CA3AF"/>
                </a:solidFill>
                <a:latin typeface="Nunito ExtraLight" pitchFamily="34" charset="0"/>
                <a:ea typeface="Nunito ExtraLight" pitchFamily="34" charset="-122"/>
                <a:cs typeface="Nunito ExtraLight" pitchFamily="34" charset="-120"/>
              </a:rPr>
              <a:t>Kolaborasi dengan mitra internasional untuk memperkuat ekosistem pelindungan kekayaan intelektual.</a:t>
            </a:r>
            <a:endParaRPr lang="en-US" sz="1050" dirty="0"/>
          </a:p>
        </p:txBody>
      </p:sp>
      <p:sp>
        <p:nvSpPr>
          <p:cNvPr id="32" name="Text 30"/>
          <p:cNvSpPr/>
          <p:nvPr/>
        </p:nvSpPr>
        <p:spPr>
          <a:xfrm>
            <a:off x="10972800" y="5638800"/>
            <a:ext cx="1219200" cy="1219200"/>
          </a:xfrm>
          <a:prstGeom prst="roundRect">
            <a:avLst>
              <a:gd name="adj" fmla="val 100000"/>
            </a:avLst>
          </a:prstGeom>
          <a:solidFill>
            <a:srgbClr val="CDEE9E">
              <a:alpha val="10000"/>
            </a:srgbClr>
          </a:solidFill>
          <a:ln/>
        </p:spPr>
        <p:txBody>
          <a:bodyPr wrap="square" rtlCol="0" anchor="ctr"/>
          <a:lstStyle/>
          <a:p>
            <a:pPr marL="0" indent="0">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FFFFF"/>
          </a:solidFill>
          <a:ln/>
        </p:spPr>
        <p:txBody>
          <a:bodyPr wrap="square" rtlCol="0" anchor="ctr"/>
          <a:lstStyle/>
          <a:p>
            <a:pPr marL="0" indent="0">
              <a:buNone/>
            </a:pPr>
            <a:endParaRPr lang="en-US" dirty="0"/>
          </a:p>
        </p:txBody>
      </p:sp>
      <p:sp>
        <p:nvSpPr>
          <p:cNvPr id="3" name="Text 1"/>
          <p:cNvSpPr/>
          <p:nvPr/>
        </p:nvSpPr>
        <p:spPr>
          <a:xfrm>
            <a:off x="0" y="0"/>
            <a:ext cx="5120580" cy="5760244"/>
          </a:xfrm>
          <a:prstGeom prst="rect">
            <a:avLst/>
          </a:prstGeom>
          <a:solidFill>
            <a:srgbClr val="CDEE9E"/>
          </a:solidFill>
          <a:ln/>
        </p:spPr>
        <p:txBody>
          <a:bodyPr wrap="square" rtlCol="0" anchor="ctr"/>
          <a:lstStyle/>
          <a:p>
            <a:pPr marL="0" indent="0">
              <a:buNone/>
            </a:pPr>
            <a:endParaRPr lang="en-US" dirty="0"/>
          </a:p>
        </p:txBody>
      </p:sp>
      <p:sp>
        <p:nvSpPr>
          <p:cNvPr id="4" name="Text 2"/>
          <p:cNvSpPr/>
          <p:nvPr/>
        </p:nvSpPr>
        <p:spPr>
          <a:xfrm>
            <a:off x="5120580" y="0"/>
            <a:ext cx="7071420" cy="914400"/>
          </a:xfrm>
          <a:prstGeom prst="rect">
            <a:avLst/>
          </a:prstGeom>
          <a:solidFill>
            <a:srgbClr val="FFFFFF"/>
          </a:solidFill>
          <a:ln/>
        </p:spPr>
        <p:txBody>
          <a:bodyPr wrap="square" rtlCol="0" anchor="ctr"/>
          <a:lstStyle/>
          <a:p>
            <a:pPr marL="0" indent="0">
              <a:buNone/>
            </a:pPr>
            <a:endParaRPr lang="en-US" dirty="0"/>
          </a:p>
        </p:txBody>
      </p:sp>
      <p:pic>
        <p:nvPicPr>
          <p:cNvPr id="5" name="Image 0" descr="image.png"/>
          <p:cNvPicPr>
            <a:picLocks noChangeAspect="1"/>
          </p:cNvPicPr>
          <p:nvPr/>
        </p:nvPicPr>
        <p:blipFill>
          <a:blip r:embed="rId3"/>
          <a:srcRect/>
          <a:stretch/>
        </p:blipFill>
        <p:spPr>
          <a:xfrm>
            <a:off x="5577780" y="457200"/>
            <a:ext cx="6153150" cy="914400"/>
          </a:xfrm>
          <a:prstGeom prst="rect">
            <a:avLst/>
          </a:prstGeom>
        </p:spPr>
      </p:pic>
      <p:sp>
        <p:nvSpPr>
          <p:cNvPr id="6" name="Text 3"/>
          <p:cNvSpPr/>
          <p:nvPr/>
        </p:nvSpPr>
        <p:spPr>
          <a:xfrm>
            <a:off x="10363200" y="-914400"/>
            <a:ext cx="1828800" cy="1828800"/>
          </a:xfrm>
          <a:prstGeom prst="roundRect">
            <a:avLst>
              <a:gd name="adj" fmla="val 100000"/>
            </a:avLst>
          </a:prstGeom>
          <a:solidFill>
            <a:srgbClr val="CDEE9E">
              <a:alpha val="10000"/>
            </a:srgbClr>
          </a:solidFill>
          <a:ln/>
        </p:spPr>
        <p:txBody>
          <a:bodyPr wrap="square" rtlCol="0" anchor="ctr"/>
          <a:lstStyle/>
          <a:p>
            <a:pPr marL="0" indent="0">
              <a:buNone/>
            </a:pPr>
            <a:endParaRPr lang="en-US" dirty="0"/>
          </a:p>
        </p:txBody>
      </p:sp>
      <p:sp>
        <p:nvSpPr>
          <p:cNvPr id="7" name="Text 4"/>
          <p:cNvSpPr/>
          <p:nvPr/>
        </p:nvSpPr>
        <p:spPr>
          <a:xfrm>
            <a:off x="455340" y="457200"/>
            <a:ext cx="557784" cy="301752"/>
          </a:xfrm>
          <a:prstGeom prst="rect">
            <a:avLst/>
          </a:prstGeom>
          <a:noFill/>
          <a:ln/>
        </p:spPr>
        <p:txBody>
          <a:bodyPr vert="horz" wrap="none" lIns="0" tIns="0" rIns="0" bIns="0" rtlCol="0" anchor="t">
            <a:normAutofit/>
          </a:bodyPr>
          <a:lstStyle/>
          <a:p>
            <a:pPr marL="0" indent="0" algn="l">
              <a:lnSpc>
                <a:spcPts val="2100"/>
              </a:lnSpc>
              <a:buNone/>
            </a:pPr>
            <a:r>
              <a:rPr lang="en-US" sz="1500" b="1" kern="0" spc="180" dirty="0">
                <a:solidFill>
                  <a:srgbClr val="3C3A32"/>
                </a:solidFill>
                <a:latin typeface="Nunito ExtraLight" pitchFamily="34" charset="0"/>
                <a:ea typeface="Nunito ExtraLight" pitchFamily="34" charset="-122"/>
                <a:cs typeface="Nunito ExtraLight" pitchFamily="34" charset="-120"/>
              </a:rPr>
              <a:t>DJKI</a:t>
            </a:r>
            <a:endParaRPr lang="en-US" sz="1500" dirty="0"/>
          </a:p>
        </p:txBody>
      </p:sp>
      <p:sp>
        <p:nvSpPr>
          <p:cNvPr id="8" name="Text 5"/>
          <p:cNvSpPr/>
          <p:nvPr/>
        </p:nvSpPr>
        <p:spPr>
          <a:xfrm>
            <a:off x="1063079" y="514350"/>
            <a:ext cx="9525" cy="152400"/>
          </a:xfrm>
          <a:prstGeom prst="rect">
            <a:avLst/>
          </a:prstGeom>
          <a:solidFill>
            <a:srgbClr val="3C3A32">
              <a:alpha val="30000"/>
            </a:srgbClr>
          </a:solidFill>
          <a:ln/>
        </p:spPr>
        <p:txBody>
          <a:bodyPr wrap="square" rtlCol="0" anchor="ctr"/>
          <a:lstStyle/>
          <a:p>
            <a:pPr marL="0" indent="0">
              <a:buNone/>
            </a:pPr>
            <a:endParaRPr lang="en-US" dirty="0"/>
          </a:p>
        </p:txBody>
      </p:sp>
      <p:sp>
        <p:nvSpPr>
          <p:cNvPr id="9" name="Text 6"/>
          <p:cNvSpPr/>
          <p:nvPr/>
        </p:nvSpPr>
        <p:spPr>
          <a:xfrm>
            <a:off x="1187872" y="457200"/>
            <a:ext cx="1929384" cy="301752"/>
          </a:xfrm>
          <a:prstGeom prst="rect">
            <a:avLst/>
          </a:prstGeom>
          <a:noFill/>
          <a:ln/>
        </p:spPr>
        <p:txBody>
          <a:bodyPr vert="horz" wrap="none" lIns="0" tIns="0" rIns="0" bIns="0" rtlCol="0" anchor="t">
            <a:normAutofit/>
          </a:bodyPr>
          <a:lstStyle/>
          <a:p>
            <a:pPr marL="0" indent="0" algn="l">
              <a:lnSpc>
                <a:spcPts val="2100"/>
              </a:lnSpc>
              <a:buNone/>
            </a:pPr>
            <a:r>
              <a:rPr lang="en-US" sz="1350" kern="0" spc="130" dirty="0">
                <a:solidFill>
                  <a:srgbClr val="3C3A32">
                    <a:alpha val="80000"/>
                  </a:srgbClr>
                </a:solidFill>
                <a:latin typeface="Nunito ExtraLight" pitchFamily="34" charset="0"/>
                <a:ea typeface="Nunito ExtraLight" pitchFamily="34" charset="-122"/>
                <a:cs typeface="Nunito ExtraLight" pitchFamily="34" charset="-120"/>
              </a:rPr>
              <a:t>KEMENKUMHAM RI</a:t>
            </a:r>
            <a:endParaRPr lang="en-US" sz="1350" dirty="0"/>
          </a:p>
        </p:txBody>
      </p:sp>
      <p:sp>
        <p:nvSpPr>
          <p:cNvPr id="10" name="Text 7"/>
          <p:cNvSpPr/>
          <p:nvPr/>
        </p:nvSpPr>
        <p:spPr>
          <a:xfrm>
            <a:off x="457200" y="1485900"/>
            <a:ext cx="609600" cy="57150"/>
          </a:xfrm>
          <a:prstGeom prst="rect">
            <a:avLst/>
          </a:prstGeom>
          <a:solidFill>
            <a:srgbClr val="3C3A32"/>
          </a:solidFill>
          <a:ln/>
        </p:spPr>
        <p:txBody>
          <a:bodyPr wrap="square" rtlCol="0" anchor="ctr"/>
          <a:lstStyle/>
          <a:p>
            <a:pPr marL="0" indent="0">
              <a:buNone/>
            </a:pPr>
            <a:endParaRPr lang="en-US" dirty="0"/>
          </a:p>
        </p:txBody>
      </p:sp>
      <p:sp>
        <p:nvSpPr>
          <p:cNvPr id="11" name="Text 8"/>
          <p:cNvSpPr/>
          <p:nvPr/>
        </p:nvSpPr>
        <p:spPr>
          <a:xfrm>
            <a:off x="455265" y="1771650"/>
            <a:ext cx="4361688" cy="1207008"/>
          </a:xfrm>
          <a:prstGeom prst="rect">
            <a:avLst/>
          </a:prstGeom>
          <a:noFill/>
          <a:ln/>
        </p:spPr>
        <p:txBody>
          <a:bodyPr vert="horz" wrap="square" lIns="0" tIns="0" rIns="0" bIns="0" rtlCol="0" anchor="t"/>
          <a:lstStyle/>
          <a:p>
            <a:pPr marL="0" indent="0" algn="l">
              <a:lnSpc>
                <a:spcPts val="4725"/>
              </a:lnSpc>
              <a:buNone/>
            </a:pPr>
            <a:r>
              <a:rPr lang="en-US" sz="4500" kern="0" spc="-90" dirty="0">
                <a:solidFill>
                  <a:srgbClr val="3C3A32"/>
                </a:solidFill>
                <a:latin typeface="Pacifico" pitchFamily="34" charset="0"/>
                <a:ea typeface="Pacifico" pitchFamily="34" charset="-122"/>
                <a:cs typeface="Pacifico" pitchFamily="34" charset="-120"/>
              </a:rPr>
              <a:t>Sistem</a:t>
            </a:r>
            <a:endParaRPr lang="en-US" sz="4500" dirty="0"/>
          </a:p>
          <a:p>
            <a:pPr marL="0" indent="0" algn="l">
              <a:lnSpc>
                <a:spcPts val="4725"/>
              </a:lnSpc>
              <a:buNone/>
            </a:pPr>
            <a:r>
              <a:rPr lang="en-US" sz="4500" kern="0" spc="-90" dirty="0">
                <a:solidFill>
                  <a:srgbClr val="3C3A32"/>
                </a:solidFill>
                <a:latin typeface="Pacifico" pitchFamily="34" charset="0"/>
                <a:ea typeface="Pacifico" pitchFamily="34" charset="-122"/>
                <a:cs typeface="Pacifico" pitchFamily="34" charset="-120"/>
              </a:rPr>
              <a:t>e-Merek.</a:t>
            </a:r>
            <a:endParaRPr lang="en-US" sz="4500" dirty="0"/>
          </a:p>
        </p:txBody>
      </p:sp>
      <p:sp>
        <p:nvSpPr>
          <p:cNvPr id="12" name="Text 9"/>
          <p:cNvSpPr/>
          <p:nvPr/>
        </p:nvSpPr>
        <p:spPr>
          <a:xfrm>
            <a:off x="457944" y="3124200"/>
            <a:ext cx="2898648" cy="301752"/>
          </a:xfrm>
          <a:prstGeom prst="rect">
            <a:avLst/>
          </a:prstGeom>
          <a:noFill/>
          <a:ln/>
        </p:spPr>
        <p:txBody>
          <a:bodyPr vert="horz" wrap="none" lIns="0" tIns="0" rIns="0" bIns="0" rtlCol="0" anchor="t">
            <a:normAutofit/>
          </a:bodyPr>
          <a:lstStyle/>
          <a:p>
            <a:pPr marL="0" indent="0" algn="l">
              <a:lnSpc>
                <a:spcPts val="2100"/>
              </a:lnSpc>
              <a:buNone/>
            </a:pPr>
            <a:r>
              <a:rPr lang="en-US" sz="1350" kern="0" spc="30" dirty="0">
                <a:solidFill>
                  <a:srgbClr val="3C3A32">
                    <a:alpha val="70000"/>
                  </a:srgbClr>
                </a:solidFill>
                <a:latin typeface="Nunito ExtraLight" pitchFamily="34" charset="0"/>
                <a:ea typeface="Nunito ExtraLight" pitchFamily="34" charset="-122"/>
                <a:cs typeface="Nunito ExtraLight" pitchFamily="34" charset="-120"/>
              </a:rPr>
              <a:t>PENDAFTARAN DIGITAL EFISIEN</a:t>
            </a:r>
            <a:endParaRPr lang="en-US" sz="1350" dirty="0"/>
          </a:p>
        </p:txBody>
      </p:sp>
      <p:sp>
        <p:nvSpPr>
          <p:cNvPr id="13" name="Text 10"/>
          <p:cNvSpPr/>
          <p:nvPr/>
        </p:nvSpPr>
        <p:spPr>
          <a:xfrm>
            <a:off x="0" y="3390900"/>
            <a:ext cx="5120580" cy="2369344"/>
          </a:xfrm>
          <a:prstGeom prst="rect">
            <a:avLst/>
          </a:prstGeom>
          <a:solidFill>
            <a:srgbClr val="3C3A32"/>
          </a:solidFill>
          <a:ln/>
        </p:spPr>
        <p:txBody>
          <a:bodyPr wrap="square" rtlCol="0" anchor="ctr"/>
          <a:lstStyle/>
          <a:p>
            <a:pPr marL="0" indent="0">
              <a:buNone/>
            </a:pPr>
            <a:endParaRPr lang="en-US" dirty="0"/>
          </a:p>
        </p:txBody>
      </p:sp>
      <p:sp>
        <p:nvSpPr>
          <p:cNvPr id="14" name="Text 11"/>
          <p:cNvSpPr/>
          <p:nvPr/>
        </p:nvSpPr>
        <p:spPr>
          <a:xfrm>
            <a:off x="457200" y="3900488"/>
            <a:ext cx="38100" cy="38100"/>
          </a:xfrm>
          <a:prstGeom prst="roundRect">
            <a:avLst>
              <a:gd name="adj" fmla="val 960000"/>
            </a:avLst>
          </a:prstGeom>
          <a:solidFill>
            <a:srgbClr val="CDEE9E"/>
          </a:solidFill>
          <a:ln/>
        </p:spPr>
        <p:txBody>
          <a:bodyPr wrap="square" rtlCol="0" anchor="ctr"/>
          <a:lstStyle/>
          <a:p>
            <a:pPr marL="0" indent="0">
              <a:buNone/>
            </a:pPr>
            <a:endParaRPr lang="en-US" dirty="0"/>
          </a:p>
        </p:txBody>
      </p:sp>
      <p:sp>
        <p:nvSpPr>
          <p:cNvPr id="15" name="Text 12"/>
          <p:cNvSpPr/>
          <p:nvPr/>
        </p:nvSpPr>
        <p:spPr>
          <a:xfrm>
            <a:off x="647700" y="3848100"/>
            <a:ext cx="1060704" cy="173736"/>
          </a:xfrm>
          <a:prstGeom prst="rect">
            <a:avLst/>
          </a:prstGeom>
          <a:noFill/>
          <a:ln/>
        </p:spPr>
        <p:txBody>
          <a:bodyPr vert="horz" wrap="none" lIns="0" tIns="0" rIns="0" bIns="0" rtlCol="0" anchor="t">
            <a:normAutofit/>
          </a:bodyPr>
          <a:lstStyle/>
          <a:p>
            <a:pPr marL="0" indent="0" algn="l">
              <a:lnSpc>
                <a:spcPts val="1125"/>
              </a:lnSpc>
              <a:buNone/>
            </a:pPr>
            <a:r>
              <a:rPr lang="en-US" sz="750" b="1" kern="0" spc="150" dirty="0">
                <a:solidFill>
                  <a:srgbClr val="CDEE9E"/>
                </a:solidFill>
                <a:latin typeface="Nunito ExtraLight" pitchFamily="34" charset="0"/>
                <a:ea typeface="Nunito ExtraLight" pitchFamily="34" charset="-122"/>
                <a:cs typeface="Nunito ExtraLight" pitchFamily="34" charset="-120"/>
              </a:rPr>
              <a:t>WAWASAN AHLI</a:t>
            </a:r>
            <a:endParaRPr lang="en-US" sz="750" dirty="0"/>
          </a:p>
        </p:txBody>
      </p:sp>
      <p:sp>
        <p:nvSpPr>
          <p:cNvPr id="16" name="Text 13"/>
          <p:cNvSpPr/>
          <p:nvPr/>
        </p:nvSpPr>
        <p:spPr>
          <a:xfrm>
            <a:off x="455265" y="4218384"/>
            <a:ext cx="4251960" cy="1088136"/>
          </a:xfrm>
          <a:prstGeom prst="rect">
            <a:avLst/>
          </a:prstGeom>
          <a:noFill/>
          <a:ln/>
        </p:spPr>
        <p:txBody>
          <a:bodyPr vert="horz" wrap="square" lIns="0" tIns="0" rIns="0" bIns="0" rtlCol="0" anchor="t"/>
          <a:lstStyle/>
          <a:p>
            <a:pPr marL="0" indent="0" algn="just">
              <a:lnSpc>
                <a:spcPts val="1706"/>
              </a:lnSpc>
              <a:buNone/>
            </a:pPr>
            <a:r>
              <a:rPr lang="en-US" sz="1050" dirty="0">
                <a:solidFill>
                  <a:srgbClr val="D1D5DB"/>
                </a:solidFill>
                <a:latin typeface="Nunito ExtraLight" pitchFamily="34" charset="0"/>
                <a:ea typeface="Nunito ExtraLight" pitchFamily="34" charset="-122"/>
                <a:cs typeface="Nunito ExtraLight" pitchFamily="34" charset="-120"/>
              </a:rPr>
              <a:t>DJKI mempromosikan e-Merek untuk efisiensi pendaftaran melalui strategi digital yang menghemat waktu dan biaya. Terdapat penyesuaian tarif terbaru di mana pelaku UMK tetap mendapatkan keringanan biaya khusus untuk mendukung daya saing ekonomi kreatif di era digital saat ini secara menyeluruh.</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FFFFF"/>
          </a:solidFill>
          <a:ln/>
        </p:spPr>
        <p:txBody>
          <a:bodyPr wrap="square" rtlCol="0" anchor="ctr"/>
          <a:lstStyle/>
          <a:p>
            <a:pPr marL="0" indent="0">
              <a:buNone/>
            </a:pPr>
            <a:endParaRPr lang="en-US" dirty="0"/>
          </a:p>
        </p:txBody>
      </p:sp>
      <p:sp>
        <p:nvSpPr>
          <p:cNvPr id="3" name="Text 1"/>
          <p:cNvSpPr/>
          <p:nvPr/>
        </p:nvSpPr>
        <p:spPr>
          <a:xfrm>
            <a:off x="228600" y="228600"/>
            <a:ext cx="3619500" cy="6400800"/>
          </a:xfrm>
          <a:prstGeom prst="roundRect">
            <a:avLst>
              <a:gd name="adj" fmla="val 6316"/>
            </a:avLst>
          </a:prstGeom>
          <a:solidFill>
            <a:srgbClr val="3C3A32"/>
          </a:solidFill>
          <a:ln/>
        </p:spPr>
        <p:txBody>
          <a:bodyPr wrap="square" rtlCol="0" anchor="ctr"/>
          <a:lstStyle/>
          <a:p>
            <a:pPr marL="0" indent="0">
              <a:buNone/>
            </a:pPr>
            <a:endParaRPr lang="en-US" dirty="0"/>
          </a:p>
        </p:txBody>
      </p:sp>
      <p:sp>
        <p:nvSpPr>
          <p:cNvPr id="4" name="Text 2"/>
          <p:cNvSpPr/>
          <p:nvPr/>
        </p:nvSpPr>
        <p:spPr>
          <a:xfrm>
            <a:off x="607740" y="609600"/>
            <a:ext cx="557784" cy="301752"/>
          </a:xfrm>
          <a:prstGeom prst="rect">
            <a:avLst/>
          </a:prstGeom>
          <a:noFill/>
          <a:ln/>
        </p:spPr>
        <p:txBody>
          <a:bodyPr vert="horz" wrap="none" lIns="0" tIns="0" rIns="0" bIns="0" rtlCol="0" anchor="t">
            <a:normAutofit/>
          </a:bodyPr>
          <a:lstStyle/>
          <a:p>
            <a:pPr marL="0" indent="0" algn="l">
              <a:lnSpc>
                <a:spcPts val="2100"/>
              </a:lnSpc>
              <a:buNone/>
            </a:pPr>
            <a:r>
              <a:rPr lang="en-US" sz="1500" b="1" kern="0" spc="180" dirty="0">
                <a:solidFill>
                  <a:srgbClr val="FFFFFF"/>
                </a:solidFill>
                <a:latin typeface="Nunito ExtraLight" pitchFamily="34" charset="0"/>
                <a:ea typeface="Nunito ExtraLight" pitchFamily="34" charset="-122"/>
                <a:cs typeface="Nunito ExtraLight" pitchFamily="34" charset="-120"/>
              </a:rPr>
              <a:t>DJKI</a:t>
            </a:r>
            <a:endParaRPr lang="en-US" sz="1500" dirty="0"/>
          </a:p>
        </p:txBody>
      </p:sp>
      <p:sp>
        <p:nvSpPr>
          <p:cNvPr id="5" name="Text 3"/>
          <p:cNvSpPr/>
          <p:nvPr/>
        </p:nvSpPr>
        <p:spPr>
          <a:xfrm>
            <a:off x="1215479" y="666750"/>
            <a:ext cx="9525" cy="152400"/>
          </a:xfrm>
          <a:prstGeom prst="rect">
            <a:avLst/>
          </a:prstGeom>
          <a:solidFill>
            <a:srgbClr val="FFFFFF">
              <a:alpha val="30000"/>
            </a:srgbClr>
          </a:solidFill>
          <a:ln/>
        </p:spPr>
        <p:txBody>
          <a:bodyPr wrap="square" rtlCol="0" anchor="ctr"/>
          <a:lstStyle/>
          <a:p>
            <a:pPr marL="0" indent="0">
              <a:buNone/>
            </a:pPr>
            <a:endParaRPr lang="en-US" dirty="0"/>
          </a:p>
        </p:txBody>
      </p:sp>
      <p:sp>
        <p:nvSpPr>
          <p:cNvPr id="6" name="Text 4"/>
          <p:cNvSpPr/>
          <p:nvPr/>
        </p:nvSpPr>
        <p:spPr>
          <a:xfrm>
            <a:off x="1338411" y="647700"/>
            <a:ext cx="1709928" cy="219456"/>
          </a:xfrm>
          <a:prstGeom prst="rect">
            <a:avLst/>
          </a:prstGeom>
          <a:noFill/>
          <a:ln/>
        </p:spPr>
        <p:txBody>
          <a:bodyPr vert="horz" wrap="none" lIns="0" tIns="0" rIns="0" bIns="0" rtlCol="0" anchor="t">
            <a:normAutofit/>
          </a:bodyPr>
          <a:lstStyle/>
          <a:p>
            <a:pPr marL="0" indent="0" algn="l">
              <a:lnSpc>
                <a:spcPts val="1500"/>
              </a:lnSpc>
              <a:buNone/>
            </a:pPr>
            <a:r>
              <a:rPr lang="en-US" sz="1050" kern="0" spc="100" dirty="0">
                <a:solidFill>
                  <a:srgbClr val="FFFFFF">
                    <a:alpha val="80000"/>
                  </a:srgbClr>
                </a:solidFill>
                <a:latin typeface="Nunito ExtraLight" pitchFamily="34" charset="0"/>
                <a:ea typeface="Nunito ExtraLight" pitchFamily="34" charset="-122"/>
                <a:cs typeface="Nunito ExtraLight" pitchFamily="34" charset="-120"/>
              </a:rPr>
              <a:t>PENDAFTARAN MEREK</a:t>
            </a:r>
            <a:endParaRPr lang="en-US" sz="1050" dirty="0"/>
          </a:p>
        </p:txBody>
      </p:sp>
      <p:sp>
        <p:nvSpPr>
          <p:cNvPr id="7" name="Text 5"/>
          <p:cNvSpPr/>
          <p:nvPr/>
        </p:nvSpPr>
        <p:spPr>
          <a:xfrm>
            <a:off x="609600" y="2876550"/>
            <a:ext cx="2962656" cy="301752"/>
          </a:xfrm>
          <a:prstGeom prst="rect">
            <a:avLst/>
          </a:prstGeom>
          <a:noFill/>
          <a:ln/>
        </p:spPr>
        <p:txBody>
          <a:bodyPr vert="horz" wrap="none" lIns="0" tIns="0" rIns="0" bIns="0" rtlCol="0" anchor="t">
            <a:normAutofit/>
          </a:bodyPr>
          <a:lstStyle/>
          <a:p>
            <a:pPr marL="0" indent="0" algn="l">
              <a:lnSpc>
                <a:spcPts val="2100"/>
              </a:lnSpc>
              <a:buNone/>
            </a:pPr>
            <a:r>
              <a:rPr lang="en-US" sz="1350" i="1" kern="0" spc="30" dirty="0">
                <a:solidFill>
                  <a:srgbClr val="9CA3AF"/>
                </a:solidFill>
                <a:latin typeface="Nunito ExtraLight" pitchFamily="34" charset="0"/>
                <a:ea typeface="Nunito ExtraLight" pitchFamily="34" charset="-122"/>
                <a:cs typeface="Nunito ExtraLight" pitchFamily="34" charset="-120"/>
              </a:rPr>
              <a:t>Strategi Pelindungan Merek Digital</a:t>
            </a:r>
            <a:endParaRPr lang="en-US" sz="1350" dirty="0"/>
          </a:p>
        </p:txBody>
      </p:sp>
      <p:sp>
        <p:nvSpPr>
          <p:cNvPr id="8" name="Text 6"/>
          <p:cNvSpPr/>
          <p:nvPr/>
        </p:nvSpPr>
        <p:spPr>
          <a:xfrm>
            <a:off x="609600" y="3295650"/>
            <a:ext cx="2971800" cy="2286000"/>
          </a:xfrm>
          <a:prstGeom prst="rect">
            <a:avLst/>
          </a:prstGeom>
          <a:noFill/>
          <a:ln/>
        </p:spPr>
        <p:txBody>
          <a:bodyPr vert="horz" wrap="square" lIns="0" tIns="0" rIns="0" bIns="0" rtlCol="0" anchor="t"/>
          <a:lstStyle/>
          <a:p>
            <a:pPr marL="0" indent="0" algn="l">
              <a:lnSpc>
                <a:spcPts val="4500"/>
              </a:lnSpc>
              <a:buNone/>
            </a:pPr>
            <a:r>
              <a:rPr lang="en-US" sz="3600" dirty="0">
                <a:solidFill>
                  <a:srgbClr val="FFFFFF"/>
                </a:solidFill>
                <a:latin typeface="Pacifico" pitchFamily="34" charset="0"/>
                <a:ea typeface="Pacifico" pitchFamily="34" charset="-122"/>
                <a:cs typeface="Pacifico" pitchFamily="34" charset="-120"/>
              </a:rPr>
              <a:t>Langkah 
</a:t>
            </a:r>
            <a:r>
              <a:rPr lang="en-US" sz="3600" i="1" dirty="0">
                <a:solidFill>
                  <a:srgbClr val="CDEE9E"/>
                </a:solidFill>
                <a:latin typeface="Pacifico" pitchFamily="34" charset="0"/>
                <a:ea typeface="Pacifico" pitchFamily="34" charset="-122"/>
                <a:cs typeface="Pacifico" pitchFamily="34" charset="-120"/>
              </a:rPr>
              <a:t>Pendaftaran
</a:t>
            </a:r>
            <a:r>
              <a:rPr lang="en-US" sz="3600" dirty="0">
                <a:solidFill>
                  <a:srgbClr val="FFFFFF"/>
                </a:solidFill>
                <a:latin typeface="Pacifico" pitchFamily="34" charset="0"/>
                <a:ea typeface="Pacifico" pitchFamily="34" charset="-122"/>
                <a:cs typeface="Pacifico" pitchFamily="34" charset="-120"/>
              </a:rPr>
              <a:t> Merek Online.</a:t>
            </a:r>
            <a:endParaRPr lang="en-US" sz="3600" dirty="0"/>
          </a:p>
        </p:txBody>
      </p:sp>
      <p:sp>
        <p:nvSpPr>
          <p:cNvPr id="9" name="Text 7"/>
          <p:cNvSpPr/>
          <p:nvPr/>
        </p:nvSpPr>
        <p:spPr>
          <a:xfrm>
            <a:off x="609600" y="5886450"/>
            <a:ext cx="609600" cy="57150"/>
          </a:xfrm>
          <a:prstGeom prst="roundRect">
            <a:avLst>
              <a:gd name="adj" fmla="val 100000"/>
            </a:avLst>
          </a:prstGeom>
          <a:solidFill>
            <a:srgbClr val="CDEE9E"/>
          </a:solidFill>
          <a:ln/>
        </p:spPr>
        <p:txBody>
          <a:bodyPr wrap="square" rtlCol="0" anchor="ctr"/>
          <a:lstStyle/>
          <a:p>
            <a:pPr marL="0" indent="0">
              <a:buNone/>
            </a:pPr>
            <a:endParaRPr lang="en-US" dirty="0"/>
          </a:p>
        </p:txBody>
      </p:sp>
      <p:sp>
        <p:nvSpPr>
          <p:cNvPr id="10" name="Text 8"/>
          <p:cNvSpPr/>
          <p:nvPr/>
        </p:nvSpPr>
        <p:spPr>
          <a:xfrm>
            <a:off x="4076700" y="228600"/>
            <a:ext cx="3829050" cy="3086100"/>
          </a:xfrm>
          <a:prstGeom prst="roundRect">
            <a:avLst>
              <a:gd name="adj" fmla="val 7407"/>
            </a:avLst>
          </a:prstGeom>
          <a:solidFill>
            <a:srgbClr val="F8F9F5"/>
          </a:solidFill>
          <a:ln w="9525">
            <a:solidFill>
              <a:srgbClr val="F3F4F6"/>
            </a:solidFill>
          </a:ln>
        </p:spPr>
        <p:txBody>
          <a:bodyPr wrap="square" rtlCol="0" anchor="ctr"/>
          <a:lstStyle/>
          <a:p>
            <a:pPr marL="0" indent="0">
              <a:buNone/>
            </a:pPr>
            <a:endParaRPr lang="en-US" dirty="0"/>
          </a:p>
        </p:txBody>
      </p:sp>
      <p:sp>
        <p:nvSpPr>
          <p:cNvPr id="11" name="Text 9"/>
          <p:cNvSpPr/>
          <p:nvPr/>
        </p:nvSpPr>
        <p:spPr>
          <a:xfrm>
            <a:off x="8134350" y="228600"/>
            <a:ext cx="3829050" cy="3086100"/>
          </a:xfrm>
          <a:prstGeom prst="roundRect">
            <a:avLst>
              <a:gd name="adj" fmla="val 7407"/>
            </a:avLst>
          </a:prstGeom>
          <a:solidFill>
            <a:srgbClr val="F2F0EB"/>
          </a:solidFill>
          <a:ln/>
        </p:spPr>
        <p:txBody>
          <a:bodyPr wrap="square" rtlCol="0" anchor="ctr"/>
          <a:lstStyle/>
          <a:p>
            <a:pPr marL="0" indent="0">
              <a:buNone/>
            </a:pPr>
            <a:endParaRPr lang="en-US" dirty="0"/>
          </a:p>
        </p:txBody>
      </p:sp>
      <p:sp>
        <p:nvSpPr>
          <p:cNvPr id="12" name="Text 10"/>
          <p:cNvSpPr/>
          <p:nvPr/>
        </p:nvSpPr>
        <p:spPr>
          <a:xfrm>
            <a:off x="8439150" y="533400"/>
            <a:ext cx="1490472" cy="630936"/>
          </a:xfrm>
          <a:prstGeom prst="rect">
            <a:avLst/>
          </a:prstGeom>
          <a:noFill/>
          <a:ln/>
        </p:spPr>
        <p:txBody>
          <a:bodyPr vert="horz" wrap="none" lIns="0" tIns="0" rIns="0" bIns="0" rtlCol="0" anchor="t">
            <a:normAutofit/>
          </a:bodyPr>
          <a:lstStyle/>
          <a:p>
            <a:pPr marL="0" indent="0" algn="l">
              <a:lnSpc>
                <a:spcPts val="4500"/>
              </a:lnSpc>
              <a:buNone/>
            </a:pPr>
            <a:r>
              <a:rPr lang="en-US" sz="4500" kern="0" spc="-230" dirty="0">
                <a:solidFill>
                  <a:srgbClr val="3C3A32"/>
                </a:solidFill>
                <a:latin typeface="Pacifico" pitchFamily="34" charset="0"/>
                <a:ea typeface="Pacifico" pitchFamily="34" charset="-122"/>
                <a:cs typeface="Pacifico" pitchFamily="34" charset="-120"/>
              </a:rPr>
              <a:t>02</a:t>
            </a:r>
            <a:endParaRPr lang="en-US" sz="4500" dirty="0"/>
          </a:p>
        </p:txBody>
      </p:sp>
      <p:sp>
        <p:nvSpPr>
          <p:cNvPr id="13" name="Text 11"/>
          <p:cNvSpPr/>
          <p:nvPr/>
        </p:nvSpPr>
        <p:spPr>
          <a:xfrm>
            <a:off x="8439150" y="1143000"/>
            <a:ext cx="1389888" cy="301752"/>
          </a:xfrm>
          <a:prstGeom prst="rect">
            <a:avLst/>
          </a:prstGeom>
          <a:noFill/>
          <a:ln/>
        </p:spPr>
        <p:txBody>
          <a:bodyPr vert="horz" wrap="none" lIns="0" tIns="0" rIns="0" bIns="0" rtlCol="0" anchor="t">
            <a:normAutofit/>
          </a:bodyPr>
          <a:lstStyle/>
          <a:p>
            <a:pPr marL="0" indent="0" algn="l">
              <a:lnSpc>
                <a:spcPts val="2100"/>
              </a:lnSpc>
              <a:buNone/>
            </a:pPr>
            <a:r>
              <a:rPr lang="en-US" sz="1350" i="1" dirty="0">
                <a:solidFill>
                  <a:srgbClr val="3C3A32"/>
                </a:solidFill>
                <a:latin typeface="Nunito ExtraLight" pitchFamily="34" charset="0"/>
                <a:ea typeface="Nunito ExtraLight" pitchFamily="34" charset="-122"/>
                <a:cs typeface="Nunito ExtraLight" pitchFamily="34" charset="-120"/>
              </a:rPr>
              <a:t>Input Data Detail</a:t>
            </a:r>
            <a:endParaRPr lang="en-US" sz="1350" dirty="0"/>
          </a:p>
        </p:txBody>
      </p:sp>
      <p:pic>
        <p:nvPicPr>
          <p:cNvPr id="14" name="Image 0" descr="image.png"/>
          <p:cNvPicPr>
            <a:picLocks noChangeAspect="1"/>
          </p:cNvPicPr>
          <p:nvPr/>
        </p:nvPicPr>
        <p:blipFill>
          <a:blip r:embed="rId3"/>
          <a:srcRect/>
          <a:stretch/>
        </p:blipFill>
        <p:spPr>
          <a:xfrm>
            <a:off x="8458200" y="2266950"/>
            <a:ext cx="723900" cy="723900"/>
          </a:xfrm>
          <a:prstGeom prst="ellipse">
            <a:avLst/>
          </a:prstGeom>
        </p:spPr>
      </p:pic>
      <p:sp>
        <p:nvSpPr>
          <p:cNvPr id="15" name="Text 12"/>
          <p:cNvSpPr/>
          <p:nvPr/>
        </p:nvSpPr>
        <p:spPr>
          <a:xfrm>
            <a:off x="9353550" y="2352675"/>
            <a:ext cx="2340864" cy="557784"/>
          </a:xfrm>
          <a:prstGeom prst="rect">
            <a:avLst/>
          </a:prstGeom>
          <a:noFill/>
          <a:ln/>
        </p:spPr>
        <p:txBody>
          <a:bodyPr vert="horz" wrap="square" lIns="0" tIns="0" rIns="0" bIns="0" rtlCol="0" anchor="t"/>
          <a:lstStyle/>
          <a:p>
            <a:pPr marL="0" indent="0" algn="l">
              <a:lnSpc>
                <a:spcPts val="1444"/>
              </a:lnSpc>
              <a:buNone/>
            </a:pPr>
            <a:r>
              <a:rPr lang="en-US" sz="1050" dirty="0">
                <a:solidFill>
                  <a:srgbClr val="3C3A32">
                    <a:alpha val="80000"/>
                  </a:srgbClr>
                </a:solidFill>
                <a:latin typeface="Nunito ExtraLight" pitchFamily="34" charset="0"/>
                <a:ea typeface="Nunito ExtraLight" pitchFamily="34" charset="-122"/>
                <a:cs typeface="Nunito ExtraLight" pitchFamily="34" charset="-120"/>
              </a:rPr>
              <a:t>Tahapan input data merek dan pengunggahan dokumen digital label merek.</a:t>
            </a:r>
            <a:endParaRPr lang="en-US" sz="1050" dirty="0"/>
          </a:p>
        </p:txBody>
      </p:sp>
      <p:sp>
        <p:nvSpPr>
          <p:cNvPr id="16" name="Text 13"/>
          <p:cNvSpPr/>
          <p:nvPr/>
        </p:nvSpPr>
        <p:spPr>
          <a:xfrm>
            <a:off x="4076700" y="3543300"/>
            <a:ext cx="3829050" cy="3086100"/>
          </a:xfrm>
          <a:prstGeom prst="roundRect">
            <a:avLst>
              <a:gd name="adj" fmla="val 7407"/>
            </a:avLst>
          </a:prstGeom>
          <a:solidFill>
            <a:srgbClr val="CDEE9E"/>
          </a:solidFill>
          <a:ln/>
        </p:spPr>
        <p:txBody>
          <a:bodyPr wrap="square" rtlCol="0" anchor="ctr"/>
          <a:lstStyle/>
          <a:p>
            <a:pPr marL="0" indent="0">
              <a:buNone/>
            </a:pPr>
            <a:endParaRPr lang="en-US" dirty="0"/>
          </a:p>
        </p:txBody>
      </p:sp>
      <p:pic>
        <p:nvPicPr>
          <p:cNvPr id="17" name="Image 1" descr="image.png"/>
          <p:cNvPicPr>
            <a:picLocks noChangeAspect="1"/>
          </p:cNvPicPr>
          <p:nvPr/>
        </p:nvPicPr>
        <p:blipFill>
          <a:blip r:embed="rId4"/>
          <a:srcRect/>
          <a:stretch/>
        </p:blipFill>
        <p:spPr>
          <a:xfrm rot="20700000">
            <a:off x="6724650" y="5791200"/>
            <a:ext cx="1371600" cy="1219200"/>
          </a:xfrm>
          <a:prstGeom prst="rect">
            <a:avLst/>
          </a:prstGeom>
        </p:spPr>
      </p:pic>
      <p:sp>
        <p:nvSpPr>
          <p:cNvPr id="18" name="Text 14"/>
          <p:cNvSpPr/>
          <p:nvPr/>
        </p:nvSpPr>
        <p:spPr>
          <a:xfrm>
            <a:off x="8134350" y="3543300"/>
            <a:ext cx="3829050" cy="3086100"/>
          </a:xfrm>
          <a:prstGeom prst="roundRect">
            <a:avLst>
              <a:gd name="adj" fmla="val 7407"/>
            </a:avLst>
          </a:prstGeom>
          <a:solidFill>
            <a:srgbClr val="FFFFFF"/>
          </a:solidFill>
          <a:ln w="9525">
            <a:solidFill>
              <a:srgbClr val="F3F4F6"/>
            </a:solidFill>
          </a:ln>
        </p:spPr>
        <p:txBody>
          <a:bodyPr wrap="square" rtlCol="0" anchor="ctr"/>
          <a:lstStyle/>
          <a:p>
            <a:pPr marL="0" indent="0">
              <a:buNone/>
            </a:pPr>
            <a:endParaRPr lang="en-US" dirty="0"/>
          </a:p>
        </p:txBody>
      </p:sp>
      <p:pic>
        <p:nvPicPr>
          <p:cNvPr id="19" name="Image 2" descr="image.png"/>
          <p:cNvPicPr>
            <a:picLocks noChangeAspect="1"/>
          </p:cNvPicPr>
          <p:nvPr/>
        </p:nvPicPr>
        <p:blipFill>
          <a:blip r:embed="rId5"/>
          <a:srcRect/>
          <a:stretch/>
        </p:blipFill>
        <p:spPr>
          <a:xfrm>
            <a:off x="8448675" y="4092178"/>
            <a:ext cx="257175" cy="342900"/>
          </a:xfrm>
          <a:prstGeom prst="rect">
            <a:avLst/>
          </a:prstGeom>
        </p:spPr>
      </p:pic>
      <p:sp>
        <p:nvSpPr>
          <p:cNvPr id="20" name="Text 15"/>
          <p:cNvSpPr/>
          <p:nvPr/>
        </p:nvSpPr>
        <p:spPr>
          <a:xfrm>
            <a:off x="8448675" y="4652963"/>
            <a:ext cx="3236976" cy="1088136"/>
          </a:xfrm>
          <a:prstGeom prst="rect">
            <a:avLst/>
          </a:prstGeom>
          <a:noFill/>
          <a:ln/>
        </p:spPr>
        <p:txBody>
          <a:bodyPr vert="horz" wrap="square" lIns="0" tIns="0" rIns="0" bIns="0" rtlCol="0" anchor="t"/>
          <a:lstStyle/>
          <a:p>
            <a:pPr marL="0" indent="0" algn="just">
              <a:lnSpc>
                <a:spcPts val="1706"/>
              </a:lnSpc>
              <a:buNone/>
            </a:pPr>
            <a:r>
              <a:rPr lang="en-US" sz="1050" dirty="0">
                <a:solidFill>
                  <a:srgbClr val="4B5563"/>
                </a:solidFill>
                <a:latin typeface="Nunito ExtraLight" pitchFamily="34" charset="0"/>
                <a:ea typeface="Nunito ExtraLight" pitchFamily="34" charset="-122"/>
                <a:cs typeface="Nunito ExtraLight" pitchFamily="34" charset="-120"/>
              </a:rPr>
              <a:t>Pastikan semua informasi akurat untuk mempermudah alur proses verifikasi dan mitigasi risiko penolakan di masa depan. Unggah dokumen persyaratan digital seperti surat pernyataan hak dengan teliti.</a:t>
            </a:r>
            <a:endParaRPr lang="en-US" sz="1050" dirty="0"/>
          </a:p>
        </p:txBody>
      </p:sp>
      <p:sp>
        <p:nvSpPr>
          <p:cNvPr id="21" name="Text 16"/>
          <p:cNvSpPr/>
          <p:nvPr/>
        </p:nvSpPr>
        <p:spPr>
          <a:xfrm>
            <a:off x="8448675" y="5980509"/>
            <a:ext cx="2990850" cy="9525"/>
          </a:xfrm>
          <a:prstGeom prst="rect">
            <a:avLst/>
          </a:prstGeom>
          <a:solidFill>
            <a:srgbClr val="F3F4F6"/>
          </a:solidFill>
          <a:ln/>
        </p:spPr>
        <p:txBody>
          <a:bodyPr wrap="square" rtlCol="0" anchor="ctr"/>
          <a:lstStyle/>
          <a:p>
            <a:pPr marL="0" indent="0">
              <a:buNone/>
            </a:pPr>
            <a:endParaRPr lang="en-US" dirty="0"/>
          </a:p>
        </p:txBody>
      </p:sp>
      <p:pic>
        <p:nvPicPr>
          <p:cNvPr id="22" name="Image 3" descr="image.png"/>
          <p:cNvPicPr>
            <a:picLocks noChangeAspect="1"/>
          </p:cNvPicPr>
          <p:nvPr/>
        </p:nvPicPr>
        <p:blipFill>
          <a:blip r:embed="rId6"/>
          <a:srcRect/>
          <a:stretch/>
        </p:blipFill>
        <p:spPr>
          <a:xfrm>
            <a:off x="11515725" y="5890022"/>
            <a:ext cx="133350" cy="190500"/>
          </a:xfrm>
          <a:prstGeom prst="rect">
            <a:avLst/>
          </a:prstGeom>
        </p:spPr>
      </p:pic>
      <p:sp>
        <p:nvSpPr>
          <p:cNvPr id="23" name="Text 17"/>
          <p:cNvSpPr/>
          <p:nvPr/>
        </p:nvSpPr>
        <p:spPr>
          <a:xfrm>
            <a:off x="4391025" y="542925"/>
            <a:ext cx="1682496" cy="630936"/>
          </a:xfrm>
          <a:prstGeom prst="rect">
            <a:avLst/>
          </a:prstGeom>
          <a:noFill/>
          <a:ln/>
        </p:spPr>
        <p:txBody>
          <a:bodyPr vert="horz" wrap="none" lIns="0" tIns="0" rIns="0" bIns="0" rtlCol="0" anchor="t">
            <a:normAutofit/>
          </a:bodyPr>
          <a:lstStyle/>
          <a:p>
            <a:pPr marL="0" indent="0" algn="l">
              <a:lnSpc>
                <a:spcPts val="4500"/>
              </a:lnSpc>
              <a:buNone/>
            </a:pPr>
            <a:r>
              <a:rPr lang="en-US" sz="4500" kern="0" spc="-230" dirty="0">
                <a:solidFill>
                  <a:srgbClr val="3C3A32"/>
                </a:solidFill>
                <a:latin typeface="Pacifico" pitchFamily="34" charset="0"/>
                <a:ea typeface="Pacifico" pitchFamily="34" charset="-122"/>
                <a:cs typeface="Pacifico" pitchFamily="34" charset="-120"/>
              </a:rPr>
              <a:t>01</a:t>
            </a:r>
            <a:endParaRPr lang="en-US" sz="4500" dirty="0"/>
          </a:p>
        </p:txBody>
      </p:sp>
      <p:sp>
        <p:nvSpPr>
          <p:cNvPr id="24" name="Text 18"/>
          <p:cNvSpPr/>
          <p:nvPr/>
        </p:nvSpPr>
        <p:spPr>
          <a:xfrm>
            <a:off x="4391025" y="1152525"/>
            <a:ext cx="1581912" cy="301752"/>
          </a:xfrm>
          <a:prstGeom prst="rect">
            <a:avLst/>
          </a:prstGeom>
          <a:noFill/>
          <a:ln/>
        </p:spPr>
        <p:txBody>
          <a:bodyPr vert="horz" wrap="none" lIns="0" tIns="0" rIns="0" bIns="0" rtlCol="0" anchor="t">
            <a:normAutofit/>
          </a:bodyPr>
          <a:lstStyle/>
          <a:p>
            <a:pPr marL="0" indent="0" algn="l">
              <a:lnSpc>
                <a:spcPts val="2100"/>
              </a:lnSpc>
              <a:buNone/>
            </a:pPr>
            <a:r>
              <a:rPr lang="en-US" sz="1350" i="1" dirty="0">
                <a:solidFill>
                  <a:srgbClr val="3C3A32"/>
                </a:solidFill>
                <a:latin typeface="Nunito ExtraLight" pitchFamily="34" charset="0"/>
                <a:ea typeface="Nunito ExtraLight" pitchFamily="34" charset="-122"/>
                <a:cs typeface="Nunito ExtraLight" pitchFamily="34" charset="-120"/>
              </a:rPr>
              <a:t>Buat Akun e-Merek</a:t>
            </a:r>
            <a:endParaRPr lang="en-US" sz="1350" dirty="0"/>
          </a:p>
        </p:txBody>
      </p:sp>
      <p:pic>
        <p:nvPicPr>
          <p:cNvPr id="25" name="Image 4" descr="image.png"/>
          <p:cNvPicPr>
            <a:picLocks noChangeAspect="1"/>
          </p:cNvPicPr>
          <p:nvPr/>
        </p:nvPicPr>
        <p:blipFill>
          <a:blip r:embed="rId7"/>
          <a:srcRect/>
          <a:stretch/>
        </p:blipFill>
        <p:spPr>
          <a:xfrm>
            <a:off x="4429125" y="2124075"/>
            <a:ext cx="1143000" cy="838200"/>
          </a:xfrm>
          <a:prstGeom prst="rect">
            <a:avLst/>
          </a:prstGeom>
        </p:spPr>
      </p:pic>
      <p:sp>
        <p:nvSpPr>
          <p:cNvPr id="26" name="Text 19"/>
          <p:cNvSpPr/>
          <p:nvPr/>
        </p:nvSpPr>
        <p:spPr>
          <a:xfrm>
            <a:off x="5762625" y="2440781"/>
            <a:ext cx="1865376" cy="566928"/>
          </a:xfrm>
          <a:prstGeom prst="rect">
            <a:avLst/>
          </a:prstGeom>
          <a:noFill/>
          <a:ln/>
        </p:spPr>
        <p:txBody>
          <a:bodyPr vert="horz" wrap="square" lIns="0" tIns="0" rIns="0" bIns="0" rtlCol="0" anchor="t"/>
          <a:lstStyle/>
          <a:p>
            <a:pPr marL="0" indent="0" algn="l">
              <a:lnSpc>
                <a:spcPts val="1463"/>
              </a:lnSpc>
              <a:buNone/>
            </a:pPr>
            <a:r>
              <a:rPr lang="en-US" sz="900" dirty="0">
                <a:solidFill>
                  <a:srgbClr val="3C3A32">
                    <a:alpha val="80000"/>
                  </a:srgbClr>
                </a:solidFill>
                <a:latin typeface="Nunito ExtraLight" pitchFamily="34" charset="0"/>
                <a:ea typeface="Nunito ExtraLight" pitchFamily="34" charset="-122"/>
                <a:cs typeface="Nunito ExtraLight" pitchFamily="34" charset="-120"/>
              </a:rPr>
              <a:t>Prosedur teknis dimulai dengan pembuatan akun di sistem e-Merek melalui situs resmi DJKI.</a:t>
            </a:r>
            <a:endParaRPr lang="en-US" sz="900" dirty="0"/>
          </a:p>
        </p:txBody>
      </p:sp>
      <p:pic>
        <p:nvPicPr>
          <p:cNvPr id="27" name="Image 5" descr="image.png"/>
          <p:cNvPicPr>
            <a:picLocks noChangeAspect="1"/>
          </p:cNvPicPr>
          <p:nvPr/>
        </p:nvPicPr>
        <p:blipFill>
          <a:blip r:embed="rId8"/>
          <a:srcRect/>
          <a:stretch/>
        </p:blipFill>
        <p:spPr>
          <a:xfrm>
            <a:off x="4381500" y="4476750"/>
            <a:ext cx="1219200" cy="1219200"/>
          </a:xfrm>
          <a:prstGeom prst="rect">
            <a:avLst/>
          </a:prstGeom>
        </p:spPr>
      </p:pic>
      <p:sp>
        <p:nvSpPr>
          <p:cNvPr id="28" name="Text 20"/>
          <p:cNvSpPr/>
          <p:nvPr/>
        </p:nvSpPr>
        <p:spPr>
          <a:xfrm>
            <a:off x="5828407" y="4667250"/>
            <a:ext cx="1508760" cy="512064"/>
          </a:xfrm>
          <a:prstGeom prst="rect">
            <a:avLst/>
          </a:prstGeom>
          <a:noFill/>
          <a:ln/>
        </p:spPr>
        <p:txBody>
          <a:bodyPr vert="horz" wrap="none" lIns="0" tIns="0" rIns="0" bIns="0" rtlCol="0" anchor="t">
            <a:normAutofit/>
          </a:bodyPr>
          <a:lstStyle/>
          <a:p>
            <a:pPr marL="0" indent="0" algn="l">
              <a:lnSpc>
                <a:spcPts val="3600"/>
              </a:lnSpc>
              <a:buNone/>
            </a:pPr>
            <a:r>
              <a:rPr lang="en-US" sz="3600" kern="0" spc="-90" dirty="0">
                <a:solidFill>
                  <a:srgbClr val="3C3A32"/>
                </a:solidFill>
                <a:latin typeface="Pacifico" pitchFamily="34" charset="0"/>
                <a:ea typeface="Pacifico" pitchFamily="34" charset="-122"/>
                <a:cs typeface="Pacifico" pitchFamily="34" charset="-120"/>
              </a:rPr>
              <a:t>Akurat</a:t>
            </a:r>
            <a:endParaRPr lang="en-US" sz="3600" dirty="0"/>
          </a:p>
        </p:txBody>
      </p:sp>
      <p:sp>
        <p:nvSpPr>
          <p:cNvPr id="29" name="Text 21"/>
          <p:cNvSpPr/>
          <p:nvPr/>
        </p:nvSpPr>
        <p:spPr>
          <a:xfrm>
            <a:off x="5828407" y="5124450"/>
            <a:ext cx="1435608" cy="301752"/>
          </a:xfrm>
          <a:prstGeom prst="rect">
            <a:avLst/>
          </a:prstGeom>
          <a:noFill/>
          <a:ln/>
        </p:spPr>
        <p:txBody>
          <a:bodyPr vert="horz" wrap="none" lIns="0" tIns="0" rIns="0" bIns="0" rtlCol="0" anchor="t">
            <a:normAutofit/>
          </a:bodyPr>
          <a:lstStyle/>
          <a:p>
            <a:pPr marL="0" indent="0" algn="l">
              <a:lnSpc>
                <a:spcPts val="2100"/>
              </a:lnSpc>
              <a:buNone/>
            </a:pPr>
            <a:r>
              <a:rPr lang="en-US" sz="1350" i="1" dirty="0">
                <a:solidFill>
                  <a:srgbClr val="3C3A32"/>
                </a:solidFill>
                <a:latin typeface="Nunito ExtraLight" pitchFamily="34" charset="0"/>
                <a:ea typeface="Nunito ExtraLight" pitchFamily="34" charset="-122"/>
                <a:cs typeface="Nunito ExtraLight" pitchFamily="34" charset="-120"/>
              </a:rPr>
              <a:t>Proses Verifikasi</a:t>
            </a:r>
            <a:endParaRPr lang="en-US" sz="1350" dirty="0"/>
          </a:p>
        </p:txBody>
      </p:sp>
      <p:sp>
        <p:nvSpPr>
          <p:cNvPr id="30" name="Text 22"/>
          <p:cNvSpPr/>
          <p:nvPr/>
        </p:nvSpPr>
        <p:spPr>
          <a:xfrm>
            <a:off x="5829300" y="5467350"/>
            <a:ext cx="457200" cy="38100"/>
          </a:xfrm>
          <a:prstGeom prst="roundRect">
            <a:avLst>
              <a:gd name="adj" fmla="val 100000"/>
            </a:avLst>
          </a:prstGeom>
          <a:solidFill>
            <a:srgbClr val="3C3A32">
              <a:alpha val="20000"/>
            </a:srgbClr>
          </a:solidFill>
          <a:ln/>
        </p:spPr>
        <p:txBody>
          <a:bodyPr wrap="square" rtlCol="0" anchor="ctr"/>
          <a:lstStyle/>
          <a:p>
            <a:pPr marL="0" indent="0">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FFFFF"/>
          </a:solidFill>
          <a:ln/>
        </p:spPr>
        <p:txBody>
          <a:bodyPr wrap="square" rtlCol="0" anchor="ctr"/>
          <a:lstStyle/>
          <a:p>
            <a:pPr marL="0" indent="0">
              <a:buNone/>
            </a:pPr>
            <a:endParaRPr lang="en-US" dirty="0"/>
          </a:p>
        </p:txBody>
      </p:sp>
      <p:sp>
        <p:nvSpPr>
          <p:cNvPr id="3" name="Text 1"/>
          <p:cNvSpPr/>
          <p:nvPr/>
        </p:nvSpPr>
        <p:spPr>
          <a:xfrm>
            <a:off x="607740" y="457200"/>
            <a:ext cx="557784" cy="301752"/>
          </a:xfrm>
          <a:prstGeom prst="rect">
            <a:avLst/>
          </a:prstGeom>
          <a:noFill/>
          <a:ln/>
        </p:spPr>
        <p:txBody>
          <a:bodyPr vert="horz" wrap="none" lIns="0" tIns="0" rIns="0" bIns="0" rtlCol="0" anchor="t">
            <a:normAutofit/>
          </a:bodyPr>
          <a:lstStyle/>
          <a:p>
            <a:pPr marL="0" indent="0" algn="l">
              <a:lnSpc>
                <a:spcPts val="2100"/>
              </a:lnSpc>
              <a:buNone/>
            </a:pPr>
            <a:r>
              <a:rPr lang="en-US" sz="1500" b="1" kern="0" spc="180" dirty="0">
                <a:solidFill>
                  <a:srgbClr val="3C3A32"/>
                </a:solidFill>
                <a:latin typeface="Nunito ExtraLight" pitchFamily="34" charset="0"/>
                <a:ea typeface="Nunito ExtraLight" pitchFamily="34" charset="-122"/>
                <a:cs typeface="Nunito ExtraLight" pitchFamily="34" charset="-120"/>
              </a:rPr>
              <a:t>DJKI</a:t>
            </a:r>
            <a:endParaRPr lang="en-US" sz="1500" dirty="0"/>
          </a:p>
        </p:txBody>
      </p:sp>
      <p:sp>
        <p:nvSpPr>
          <p:cNvPr id="4" name="Text 2"/>
          <p:cNvSpPr/>
          <p:nvPr/>
        </p:nvSpPr>
        <p:spPr>
          <a:xfrm>
            <a:off x="1215479" y="514350"/>
            <a:ext cx="9525" cy="152400"/>
          </a:xfrm>
          <a:prstGeom prst="rect">
            <a:avLst/>
          </a:prstGeom>
          <a:solidFill>
            <a:srgbClr val="3C3A32">
              <a:alpha val="30000"/>
            </a:srgbClr>
          </a:solidFill>
          <a:ln/>
        </p:spPr>
        <p:txBody>
          <a:bodyPr wrap="square" rtlCol="0" anchor="ctr"/>
          <a:lstStyle/>
          <a:p>
            <a:pPr marL="0" indent="0">
              <a:buNone/>
            </a:pPr>
            <a:endParaRPr lang="en-US" dirty="0"/>
          </a:p>
        </p:txBody>
      </p:sp>
      <p:sp>
        <p:nvSpPr>
          <p:cNvPr id="5" name="Text 3"/>
          <p:cNvSpPr/>
          <p:nvPr/>
        </p:nvSpPr>
        <p:spPr>
          <a:xfrm>
            <a:off x="1337444" y="457200"/>
            <a:ext cx="2286000" cy="301752"/>
          </a:xfrm>
          <a:prstGeom prst="rect">
            <a:avLst/>
          </a:prstGeom>
          <a:noFill/>
          <a:ln/>
        </p:spPr>
        <p:txBody>
          <a:bodyPr vert="horz" wrap="none" lIns="0" tIns="0" rIns="0" bIns="0" rtlCol="0" anchor="t">
            <a:normAutofit/>
          </a:bodyPr>
          <a:lstStyle/>
          <a:p>
            <a:pPr marL="0" indent="0" algn="l">
              <a:lnSpc>
                <a:spcPts val="2100"/>
              </a:lnSpc>
              <a:buNone/>
            </a:pPr>
            <a:r>
              <a:rPr lang="en-US" sz="1350" kern="0" spc="130" dirty="0">
                <a:solidFill>
                  <a:srgbClr val="3C3A32">
                    <a:alpha val="80000"/>
                  </a:srgbClr>
                </a:solidFill>
                <a:latin typeface="Nunito ExtraLight" pitchFamily="34" charset="0"/>
                <a:ea typeface="Nunito ExtraLight" pitchFamily="34" charset="-122"/>
                <a:cs typeface="Nunito ExtraLight" pitchFamily="34" charset="-120"/>
              </a:rPr>
              <a:t>PELINDUNGAN MEREK</a:t>
            </a:r>
            <a:endParaRPr lang="en-US" sz="1350" dirty="0"/>
          </a:p>
        </p:txBody>
      </p:sp>
      <p:sp>
        <p:nvSpPr>
          <p:cNvPr id="6" name="Text 4"/>
          <p:cNvSpPr/>
          <p:nvPr/>
        </p:nvSpPr>
        <p:spPr>
          <a:xfrm>
            <a:off x="609600" y="1103709"/>
            <a:ext cx="4286250" cy="1014413"/>
          </a:xfrm>
          <a:prstGeom prst="rect">
            <a:avLst/>
          </a:prstGeom>
          <a:solidFill>
            <a:srgbClr val="3C3A32"/>
          </a:solidFill>
          <a:ln/>
        </p:spPr>
        <p:txBody>
          <a:bodyPr wrap="square" rtlCol="0" anchor="ctr"/>
          <a:lstStyle/>
          <a:p>
            <a:pPr marL="0" indent="0">
              <a:buNone/>
            </a:pPr>
            <a:endParaRPr lang="en-US" dirty="0"/>
          </a:p>
        </p:txBody>
      </p:sp>
      <p:sp>
        <p:nvSpPr>
          <p:cNvPr id="7" name="Shape 5"/>
          <p:cNvSpPr/>
          <p:nvPr/>
        </p:nvSpPr>
        <p:spPr>
          <a:xfrm>
            <a:off x="609600" y="1103709"/>
            <a:ext cx="0" cy="1014413"/>
          </a:xfrm>
          <a:prstGeom prst="line">
            <a:avLst/>
          </a:prstGeom>
          <a:noFill/>
          <a:ln w="38100">
            <a:solidFill>
              <a:srgbClr val="CDEE9E"/>
            </a:solidFill>
            <a:prstDash val="solid"/>
          </a:ln>
        </p:spPr>
      </p:sp>
      <p:sp>
        <p:nvSpPr>
          <p:cNvPr id="8" name="Text 6"/>
          <p:cNvSpPr/>
          <p:nvPr/>
        </p:nvSpPr>
        <p:spPr>
          <a:xfrm>
            <a:off x="876300" y="1329928"/>
            <a:ext cx="3822192" cy="566928"/>
          </a:xfrm>
          <a:prstGeom prst="rect">
            <a:avLst/>
          </a:prstGeom>
          <a:noFill/>
          <a:ln/>
        </p:spPr>
        <p:txBody>
          <a:bodyPr vert="horz" wrap="square" lIns="0" tIns="0" rIns="0" bIns="0" rtlCol="0" anchor="t"/>
          <a:lstStyle/>
          <a:p>
            <a:pPr marL="0" indent="0" algn="l">
              <a:lnSpc>
                <a:spcPts val="1463"/>
              </a:lnSpc>
              <a:buNone/>
            </a:pPr>
            <a:r>
              <a:rPr lang="en-US" sz="900" b="1" kern="0" spc="130" dirty="0">
                <a:solidFill>
                  <a:srgbClr val="FFFFFF"/>
                </a:solidFill>
                <a:latin typeface="Nunito ExtraLight" pitchFamily="34" charset="0"/>
                <a:ea typeface="Nunito ExtraLight" pitchFamily="34" charset="-122"/>
                <a:cs typeface="Nunito ExtraLight" pitchFamily="34" charset="-120"/>
              </a:rPr>
              <a:t>DAFTAR DOKUMEN YANG DIPERLUKAN SEPERTI LABEL MEREK DAN SURAT PERNYATAAN KEPEMILIKAN UNTUK PENDAFTARAN RESMI.</a:t>
            </a:r>
            <a:endParaRPr lang="en-US" sz="900" dirty="0"/>
          </a:p>
        </p:txBody>
      </p:sp>
      <p:sp>
        <p:nvSpPr>
          <p:cNvPr id="9" name="Text 7"/>
          <p:cNvSpPr/>
          <p:nvPr/>
        </p:nvSpPr>
        <p:spPr>
          <a:xfrm>
            <a:off x="5279157" y="1030486"/>
            <a:ext cx="3236976" cy="1088136"/>
          </a:xfrm>
          <a:prstGeom prst="rect">
            <a:avLst/>
          </a:prstGeom>
          <a:noFill/>
          <a:ln/>
        </p:spPr>
        <p:txBody>
          <a:bodyPr vert="horz" wrap="square" lIns="0" tIns="0" rIns="0" bIns="0" rtlCol="0" anchor="t"/>
          <a:lstStyle/>
          <a:p>
            <a:pPr marL="0" indent="0" algn="l">
              <a:lnSpc>
                <a:spcPts val="4290"/>
              </a:lnSpc>
              <a:buNone/>
            </a:pPr>
            <a:r>
              <a:rPr lang="en-US" sz="3900" kern="0" spc="-80" dirty="0">
                <a:solidFill>
                  <a:srgbClr val="3C3A32"/>
                </a:solidFill>
                <a:latin typeface="Pacifico" pitchFamily="34" charset="0"/>
                <a:ea typeface="Pacifico" pitchFamily="34" charset="-122"/>
                <a:cs typeface="Pacifico" pitchFamily="34" charset="-120"/>
              </a:rPr>
              <a:t>Persyaratan &amp;</a:t>
            </a:r>
            <a:endParaRPr lang="en-US" sz="3900" dirty="0"/>
          </a:p>
          <a:p>
            <a:pPr marL="0" indent="0" algn="l">
              <a:lnSpc>
                <a:spcPts val="4290"/>
              </a:lnSpc>
              <a:buNone/>
            </a:pPr>
            <a:r>
              <a:rPr lang="en-US" sz="3900" kern="0" spc="-80" dirty="0">
                <a:solidFill>
                  <a:srgbClr val="3C3A32"/>
                </a:solidFill>
                <a:latin typeface="Pacifico" pitchFamily="34" charset="0"/>
                <a:ea typeface="Pacifico" pitchFamily="34" charset="-122"/>
                <a:cs typeface="Pacifico" pitchFamily="34" charset="-120"/>
              </a:rPr>
              <a:t>Administrasi.</a:t>
            </a:r>
            <a:endParaRPr lang="en-US" sz="3900" dirty="0"/>
          </a:p>
        </p:txBody>
      </p:sp>
      <p:sp>
        <p:nvSpPr>
          <p:cNvPr id="10" name="Text 8"/>
          <p:cNvSpPr/>
          <p:nvPr/>
        </p:nvSpPr>
        <p:spPr>
          <a:xfrm>
            <a:off x="607963" y="2575322"/>
            <a:ext cx="3557016" cy="182880"/>
          </a:xfrm>
          <a:prstGeom prst="rect">
            <a:avLst/>
          </a:prstGeom>
          <a:noFill/>
          <a:ln/>
        </p:spPr>
        <p:txBody>
          <a:bodyPr vert="horz" wrap="none" lIns="0" tIns="0" rIns="0" bIns="0" rtlCol="0" anchor="t">
            <a:normAutofit/>
          </a:bodyPr>
          <a:lstStyle/>
          <a:p>
            <a:pPr marL="0" indent="0" algn="l">
              <a:lnSpc>
                <a:spcPts val="1200"/>
              </a:lnSpc>
              <a:buNone/>
            </a:pPr>
            <a:r>
              <a:rPr lang="en-US" sz="900" b="1" kern="0" spc="270" dirty="0">
                <a:solidFill>
                  <a:srgbClr val="000000"/>
                </a:solidFill>
                <a:latin typeface="Pacifico" pitchFamily="34" charset="0"/>
                <a:ea typeface="Pacifico" pitchFamily="34" charset="-122"/>
                <a:cs typeface="Pacifico" pitchFamily="34" charset="-120"/>
              </a:rPr>
              <a:t>MISI ADMINISTRASI</a:t>
            </a:r>
            <a:endParaRPr lang="en-US" sz="900" dirty="0"/>
          </a:p>
        </p:txBody>
      </p:sp>
      <p:sp>
        <p:nvSpPr>
          <p:cNvPr id="11" name="Text 9"/>
          <p:cNvSpPr/>
          <p:nvPr/>
        </p:nvSpPr>
        <p:spPr>
          <a:xfrm>
            <a:off x="607963" y="2880122"/>
            <a:ext cx="3511296" cy="1051560"/>
          </a:xfrm>
          <a:prstGeom prst="rect">
            <a:avLst/>
          </a:prstGeom>
          <a:noFill/>
          <a:ln/>
        </p:spPr>
        <p:txBody>
          <a:bodyPr vert="horz" wrap="square" lIns="0" tIns="0" rIns="0" bIns="0" rtlCol="0" anchor="t"/>
          <a:lstStyle/>
          <a:p>
            <a:pPr marL="0" indent="0" algn="l">
              <a:lnSpc>
                <a:spcPts val="2063"/>
              </a:lnSpc>
              <a:buNone/>
            </a:pPr>
            <a:r>
              <a:rPr lang="en-US" sz="1500" b="1" i="1" dirty="0">
                <a:solidFill>
                  <a:srgbClr val="3C3A32"/>
                </a:solidFill>
                <a:latin typeface="Nunito ExtraLight" pitchFamily="34" charset="0"/>
                <a:ea typeface="Nunito ExtraLight" pitchFamily="34" charset="-122"/>
                <a:cs typeface="Nunito ExtraLight" pitchFamily="34" charset="-120"/>
              </a:rPr>
              <a:t>"Menjamin kepastian hukum melalui kelengkapan dokumen identitas dan bukti kepemilikan hak kekayaan intelektual."</a:t>
            </a:r>
            <a:endParaRPr lang="en-US" sz="1500" dirty="0"/>
          </a:p>
        </p:txBody>
      </p:sp>
      <p:sp>
        <p:nvSpPr>
          <p:cNvPr id="12" name="Text 10"/>
          <p:cNvSpPr/>
          <p:nvPr/>
        </p:nvSpPr>
        <p:spPr>
          <a:xfrm>
            <a:off x="609600" y="4232672"/>
            <a:ext cx="3454301" cy="9525"/>
          </a:xfrm>
          <a:prstGeom prst="rect">
            <a:avLst/>
          </a:prstGeom>
          <a:solidFill>
            <a:srgbClr val="E5E7EB"/>
          </a:solidFill>
          <a:ln/>
        </p:spPr>
        <p:txBody>
          <a:bodyPr wrap="square" rtlCol="0" anchor="ctr"/>
          <a:lstStyle/>
          <a:p>
            <a:pPr marL="0" indent="0">
              <a:buNone/>
            </a:pPr>
            <a:endParaRPr lang="en-US" dirty="0"/>
          </a:p>
        </p:txBody>
      </p:sp>
      <p:sp>
        <p:nvSpPr>
          <p:cNvPr id="13" name="Text 11"/>
          <p:cNvSpPr/>
          <p:nvPr/>
        </p:nvSpPr>
        <p:spPr>
          <a:xfrm>
            <a:off x="607963" y="4546997"/>
            <a:ext cx="3493008" cy="868680"/>
          </a:xfrm>
          <a:prstGeom prst="rect">
            <a:avLst/>
          </a:prstGeom>
          <a:noFill/>
          <a:ln/>
        </p:spPr>
        <p:txBody>
          <a:bodyPr vert="horz" wrap="square" lIns="0" tIns="0" rIns="0" bIns="0" rtlCol="0" anchor="t"/>
          <a:lstStyle/>
          <a:p>
            <a:pPr marL="0" indent="0" algn="just">
              <a:lnSpc>
                <a:spcPts val="1706"/>
              </a:lnSpc>
              <a:buNone/>
            </a:pPr>
            <a:r>
              <a:rPr lang="en-US" sz="1050" dirty="0">
                <a:solidFill>
                  <a:srgbClr val="6B7280"/>
                </a:solidFill>
                <a:latin typeface="Nunito ExtraLight" pitchFamily="34" charset="0"/>
                <a:ea typeface="Nunito ExtraLight" pitchFamily="34" charset="-122"/>
                <a:cs typeface="Nunito ExtraLight" pitchFamily="34" charset="-120"/>
              </a:rPr>
              <a:t>Proses pendaftaran menuntut ketelitian dalam penyampaian label digital, surat pernyataan, serta bukti pembayaran PNBP untuk memvalidasi hak eksklusif pemilik merek di era digital.</a:t>
            </a:r>
            <a:endParaRPr lang="en-US" sz="1050" dirty="0"/>
          </a:p>
        </p:txBody>
      </p:sp>
      <p:sp>
        <p:nvSpPr>
          <p:cNvPr id="14" name="Text 12"/>
          <p:cNvSpPr/>
          <p:nvPr/>
        </p:nvSpPr>
        <p:spPr>
          <a:xfrm>
            <a:off x="4368701" y="2499122"/>
            <a:ext cx="3492550" cy="1760339"/>
          </a:xfrm>
          <a:prstGeom prst="rect">
            <a:avLst/>
          </a:prstGeom>
          <a:solidFill>
            <a:srgbClr val="F8F9F5"/>
          </a:solidFill>
          <a:ln/>
        </p:spPr>
        <p:txBody>
          <a:bodyPr wrap="square" rtlCol="0" anchor="ctr"/>
          <a:lstStyle/>
          <a:p>
            <a:pPr marL="0" indent="0">
              <a:buNone/>
            </a:pPr>
            <a:endParaRPr lang="en-US" dirty="0"/>
          </a:p>
        </p:txBody>
      </p:sp>
      <p:sp>
        <p:nvSpPr>
          <p:cNvPr id="15" name="Shape 13"/>
          <p:cNvSpPr/>
          <p:nvPr/>
        </p:nvSpPr>
        <p:spPr>
          <a:xfrm>
            <a:off x="4368701" y="2499122"/>
            <a:ext cx="0" cy="1760339"/>
          </a:xfrm>
          <a:prstGeom prst="line">
            <a:avLst/>
          </a:prstGeom>
          <a:noFill/>
          <a:ln w="47625">
            <a:solidFill>
              <a:srgbClr val="CDEE9E"/>
            </a:solidFill>
            <a:prstDash val="solid"/>
          </a:ln>
        </p:spPr>
      </p:sp>
      <p:pic>
        <p:nvPicPr>
          <p:cNvPr id="16" name="Image 0" descr="image.png"/>
          <p:cNvPicPr>
            <a:picLocks noChangeAspect="1"/>
          </p:cNvPicPr>
          <p:nvPr/>
        </p:nvPicPr>
        <p:blipFill>
          <a:blip r:embed="rId3"/>
          <a:srcRect/>
          <a:stretch/>
        </p:blipFill>
        <p:spPr>
          <a:xfrm>
            <a:off x="4644926" y="2727722"/>
            <a:ext cx="190500" cy="266700"/>
          </a:xfrm>
          <a:prstGeom prst="rect">
            <a:avLst/>
          </a:prstGeom>
        </p:spPr>
      </p:pic>
      <p:sp>
        <p:nvSpPr>
          <p:cNvPr id="17" name="Text 14"/>
          <p:cNvSpPr/>
          <p:nvPr/>
        </p:nvSpPr>
        <p:spPr>
          <a:xfrm>
            <a:off x="4987826" y="2746772"/>
            <a:ext cx="1627632" cy="265176"/>
          </a:xfrm>
          <a:prstGeom prst="rect">
            <a:avLst/>
          </a:prstGeom>
          <a:noFill/>
          <a:ln/>
        </p:spPr>
        <p:txBody>
          <a:bodyPr vert="horz" wrap="none" lIns="0" tIns="0" rIns="0" bIns="0" rtlCol="0" anchor="t">
            <a:normAutofit/>
          </a:bodyPr>
          <a:lstStyle/>
          <a:p>
            <a:pPr marL="0" indent="0" algn="l">
              <a:lnSpc>
                <a:spcPts val="1800"/>
              </a:lnSpc>
              <a:buNone/>
            </a:pPr>
            <a:r>
              <a:rPr lang="en-US" sz="1200" b="1" i="1" dirty="0">
                <a:solidFill>
                  <a:srgbClr val="3C3A32"/>
                </a:solidFill>
                <a:latin typeface="Pacifico" pitchFamily="34" charset="0"/>
                <a:ea typeface="Pacifico" pitchFamily="34" charset="-122"/>
                <a:cs typeface="Pacifico" pitchFamily="34" charset="-120"/>
              </a:rPr>
              <a:t>Dokumen Utama Merek</a:t>
            </a:r>
            <a:endParaRPr lang="en-US" sz="1200" dirty="0"/>
          </a:p>
        </p:txBody>
      </p:sp>
      <p:sp>
        <p:nvSpPr>
          <p:cNvPr id="18" name="Text 15"/>
          <p:cNvSpPr/>
          <p:nvPr/>
        </p:nvSpPr>
        <p:spPr>
          <a:xfrm>
            <a:off x="4643363" y="3106341"/>
            <a:ext cx="3026664" cy="566928"/>
          </a:xfrm>
          <a:prstGeom prst="rect">
            <a:avLst/>
          </a:prstGeom>
          <a:noFill/>
          <a:ln/>
        </p:spPr>
        <p:txBody>
          <a:bodyPr vert="horz" wrap="square" lIns="0" tIns="0" rIns="0" bIns="0" rtlCol="0" anchor="t"/>
          <a:lstStyle/>
          <a:p>
            <a:pPr marL="0" indent="0" algn="l">
              <a:lnSpc>
                <a:spcPts val="1463"/>
              </a:lnSpc>
              <a:buNone/>
            </a:pPr>
            <a:r>
              <a:rPr lang="en-US" sz="900" dirty="0">
                <a:solidFill>
                  <a:srgbClr val="4B5563"/>
                </a:solidFill>
                <a:latin typeface="Nunito ExtraLight" pitchFamily="34" charset="0"/>
                <a:ea typeface="Nunito ExtraLight" pitchFamily="34" charset="-122"/>
                <a:cs typeface="Nunito ExtraLight" pitchFamily="34" charset="-120"/>
              </a:rPr>
              <a:t>Menyertakan Label Merek dalam format digital, Surat Pernyataan Kepemilikan yang sah, dan Bukti Bayar PNBP resmi.</a:t>
            </a:r>
            <a:endParaRPr lang="en-US" sz="900" dirty="0"/>
          </a:p>
        </p:txBody>
      </p:sp>
      <p:sp>
        <p:nvSpPr>
          <p:cNvPr id="19" name="Text 16"/>
          <p:cNvSpPr/>
          <p:nvPr/>
        </p:nvSpPr>
        <p:spPr>
          <a:xfrm>
            <a:off x="8089850" y="2499122"/>
            <a:ext cx="3492550" cy="1760339"/>
          </a:xfrm>
          <a:prstGeom prst="rect">
            <a:avLst/>
          </a:prstGeom>
          <a:solidFill>
            <a:srgbClr val="F8F9F5"/>
          </a:solidFill>
          <a:ln/>
        </p:spPr>
        <p:txBody>
          <a:bodyPr wrap="square" rtlCol="0" anchor="ctr"/>
          <a:lstStyle/>
          <a:p>
            <a:pPr marL="0" indent="0">
              <a:buNone/>
            </a:pPr>
            <a:endParaRPr lang="en-US" dirty="0"/>
          </a:p>
        </p:txBody>
      </p:sp>
      <p:sp>
        <p:nvSpPr>
          <p:cNvPr id="20" name="Shape 17"/>
          <p:cNvSpPr/>
          <p:nvPr/>
        </p:nvSpPr>
        <p:spPr>
          <a:xfrm>
            <a:off x="8089850" y="2499122"/>
            <a:ext cx="0" cy="1760339"/>
          </a:xfrm>
          <a:prstGeom prst="line">
            <a:avLst/>
          </a:prstGeom>
          <a:noFill/>
          <a:ln w="47625">
            <a:solidFill>
              <a:srgbClr val="CDEE9E"/>
            </a:solidFill>
            <a:prstDash val="solid"/>
          </a:ln>
        </p:spPr>
      </p:sp>
      <p:pic>
        <p:nvPicPr>
          <p:cNvPr id="21" name="Image 1" descr="image.png"/>
          <p:cNvPicPr>
            <a:picLocks noChangeAspect="1"/>
          </p:cNvPicPr>
          <p:nvPr/>
        </p:nvPicPr>
        <p:blipFill>
          <a:blip r:embed="rId4"/>
          <a:srcRect/>
          <a:stretch/>
        </p:blipFill>
        <p:spPr>
          <a:xfrm>
            <a:off x="8366075" y="2727722"/>
            <a:ext cx="152400" cy="266700"/>
          </a:xfrm>
          <a:prstGeom prst="rect">
            <a:avLst/>
          </a:prstGeom>
        </p:spPr>
      </p:pic>
      <p:sp>
        <p:nvSpPr>
          <p:cNvPr id="22" name="Text 18"/>
          <p:cNvSpPr/>
          <p:nvPr/>
        </p:nvSpPr>
        <p:spPr>
          <a:xfrm>
            <a:off x="8670875" y="2746772"/>
            <a:ext cx="1435608" cy="265176"/>
          </a:xfrm>
          <a:prstGeom prst="rect">
            <a:avLst/>
          </a:prstGeom>
          <a:noFill/>
          <a:ln/>
        </p:spPr>
        <p:txBody>
          <a:bodyPr vert="horz" wrap="none" lIns="0" tIns="0" rIns="0" bIns="0" rtlCol="0" anchor="t">
            <a:normAutofit/>
          </a:bodyPr>
          <a:lstStyle/>
          <a:p>
            <a:pPr marL="0" indent="0" algn="l">
              <a:lnSpc>
                <a:spcPts val="1800"/>
              </a:lnSpc>
              <a:buNone/>
            </a:pPr>
            <a:r>
              <a:rPr lang="en-US" sz="1200" b="1" i="1" dirty="0">
                <a:solidFill>
                  <a:srgbClr val="3C3A32"/>
                </a:solidFill>
                <a:latin typeface="Pacifico" pitchFamily="34" charset="0"/>
                <a:ea typeface="Pacifico" pitchFamily="34" charset="-122"/>
                <a:cs typeface="Pacifico" pitchFamily="34" charset="-120"/>
              </a:rPr>
              <a:t>Pemohon Perorangan</a:t>
            </a:r>
            <a:endParaRPr lang="en-US" sz="1200" dirty="0"/>
          </a:p>
        </p:txBody>
      </p:sp>
      <p:sp>
        <p:nvSpPr>
          <p:cNvPr id="23" name="Text 19"/>
          <p:cNvSpPr/>
          <p:nvPr/>
        </p:nvSpPr>
        <p:spPr>
          <a:xfrm>
            <a:off x="8364513" y="3106341"/>
            <a:ext cx="3026664" cy="566928"/>
          </a:xfrm>
          <a:prstGeom prst="rect">
            <a:avLst/>
          </a:prstGeom>
          <a:noFill/>
          <a:ln/>
        </p:spPr>
        <p:txBody>
          <a:bodyPr vert="horz" wrap="square" lIns="0" tIns="0" rIns="0" bIns="0" rtlCol="0" anchor="t"/>
          <a:lstStyle/>
          <a:p>
            <a:pPr marL="0" indent="0" algn="l">
              <a:lnSpc>
                <a:spcPts val="1463"/>
              </a:lnSpc>
              <a:buNone/>
            </a:pPr>
            <a:r>
              <a:rPr lang="en-US" sz="900" dirty="0">
                <a:solidFill>
                  <a:srgbClr val="4B5563"/>
                </a:solidFill>
                <a:latin typeface="Nunito ExtraLight" pitchFamily="34" charset="0"/>
                <a:ea typeface="Nunito ExtraLight" pitchFamily="34" charset="-122"/>
                <a:cs typeface="Nunito ExtraLight" pitchFamily="34" charset="-120"/>
              </a:rPr>
              <a:t>Persyaratan identitas diri yang mencakup KTP atau dokumen identitas resmi lainnya bagi pendaftar individu.</a:t>
            </a:r>
            <a:endParaRPr lang="en-US" sz="900" dirty="0"/>
          </a:p>
        </p:txBody>
      </p:sp>
      <p:sp>
        <p:nvSpPr>
          <p:cNvPr id="24" name="Text 20"/>
          <p:cNvSpPr/>
          <p:nvPr/>
        </p:nvSpPr>
        <p:spPr>
          <a:xfrm>
            <a:off x="4368701" y="4488061"/>
            <a:ext cx="3492550" cy="1760339"/>
          </a:xfrm>
          <a:prstGeom prst="rect">
            <a:avLst/>
          </a:prstGeom>
          <a:solidFill>
            <a:srgbClr val="F8F9F5"/>
          </a:solidFill>
          <a:ln/>
        </p:spPr>
        <p:txBody>
          <a:bodyPr wrap="square" rtlCol="0" anchor="ctr"/>
          <a:lstStyle/>
          <a:p>
            <a:pPr marL="0" indent="0">
              <a:buNone/>
            </a:pPr>
            <a:endParaRPr lang="en-US" dirty="0"/>
          </a:p>
        </p:txBody>
      </p:sp>
      <p:sp>
        <p:nvSpPr>
          <p:cNvPr id="25" name="Shape 21"/>
          <p:cNvSpPr/>
          <p:nvPr/>
        </p:nvSpPr>
        <p:spPr>
          <a:xfrm>
            <a:off x="4368701" y="4488061"/>
            <a:ext cx="0" cy="1760339"/>
          </a:xfrm>
          <a:prstGeom prst="line">
            <a:avLst/>
          </a:prstGeom>
          <a:noFill/>
          <a:ln w="47625">
            <a:solidFill>
              <a:srgbClr val="CDEE9E"/>
            </a:solidFill>
            <a:prstDash val="solid"/>
          </a:ln>
        </p:spPr>
      </p:sp>
      <p:pic>
        <p:nvPicPr>
          <p:cNvPr id="26" name="Image 2" descr="image.png"/>
          <p:cNvPicPr>
            <a:picLocks noChangeAspect="1"/>
          </p:cNvPicPr>
          <p:nvPr/>
        </p:nvPicPr>
        <p:blipFill>
          <a:blip r:embed="rId5"/>
          <a:srcRect/>
          <a:stretch/>
        </p:blipFill>
        <p:spPr>
          <a:xfrm>
            <a:off x="4644926" y="4716661"/>
            <a:ext cx="133350" cy="266700"/>
          </a:xfrm>
          <a:prstGeom prst="rect">
            <a:avLst/>
          </a:prstGeom>
        </p:spPr>
      </p:pic>
      <p:sp>
        <p:nvSpPr>
          <p:cNvPr id="27" name="Text 22"/>
          <p:cNvSpPr/>
          <p:nvPr/>
        </p:nvSpPr>
        <p:spPr>
          <a:xfrm>
            <a:off x="4930676" y="4735711"/>
            <a:ext cx="978408" cy="265176"/>
          </a:xfrm>
          <a:prstGeom prst="rect">
            <a:avLst/>
          </a:prstGeom>
          <a:noFill/>
          <a:ln/>
        </p:spPr>
        <p:txBody>
          <a:bodyPr vert="horz" wrap="none" lIns="0" tIns="0" rIns="0" bIns="0" rtlCol="0" anchor="t">
            <a:normAutofit/>
          </a:bodyPr>
          <a:lstStyle/>
          <a:p>
            <a:pPr marL="0" indent="0" algn="l">
              <a:lnSpc>
                <a:spcPts val="1800"/>
              </a:lnSpc>
              <a:buNone/>
            </a:pPr>
            <a:r>
              <a:rPr lang="en-US" sz="1200" b="1" i="1" dirty="0">
                <a:solidFill>
                  <a:srgbClr val="3C3A32"/>
                </a:solidFill>
                <a:latin typeface="Pacifico" pitchFamily="34" charset="0"/>
                <a:ea typeface="Pacifico" pitchFamily="34" charset="-122"/>
                <a:cs typeface="Pacifico" pitchFamily="34" charset="-120"/>
              </a:rPr>
              <a:t>Badan Hukum</a:t>
            </a:r>
            <a:endParaRPr lang="en-US" sz="1200" dirty="0"/>
          </a:p>
        </p:txBody>
      </p:sp>
      <p:sp>
        <p:nvSpPr>
          <p:cNvPr id="28" name="Text 23"/>
          <p:cNvSpPr/>
          <p:nvPr/>
        </p:nvSpPr>
        <p:spPr>
          <a:xfrm>
            <a:off x="4643363" y="5095280"/>
            <a:ext cx="3026664" cy="566928"/>
          </a:xfrm>
          <a:prstGeom prst="rect">
            <a:avLst/>
          </a:prstGeom>
          <a:noFill/>
          <a:ln/>
        </p:spPr>
        <p:txBody>
          <a:bodyPr vert="horz" wrap="square" lIns="0" tIns="0" rIns="0" bIns="0" rtlCol="0" anchor="t"/>
          <a:lstStyle/>
          <a:p>
            <a:pPr marL="0" indent="0" algn="l">
              <a:lnSpc>
                <a:spcPts val="1463"/>
              </a:lnSpc>
              <a:buNone/>
            </a:pPr>
            <a:r>
              <a:rPr lang="en-US" sz="900" dirty="0">
                <a:solidFill>
                  <a:srgbClr val="4B5563"/>
                </a:solidFill>
                <a:latin typeface="Nunito ExtraLight" pitchFamily="34" charset="0"/>
                <a:ea typeface="Nunito ExtraLight" pitchFamily="34" charset="-122"/>
                <a:cs typeface="Nunito ExtraLight" pitchFamily="34" charset="-120"/>
              </a:rPr>
              <a:t>Wajib melampirkan Akta Pendirian perusahaan dan surat pengesahan resmi dari instansi pemerintah terkait.</a:t>
            </a:r>
            <a:endParaRPr lang="en-US" sz="900" dirty="0"/>
          </a:p>
        </p:txBody>
      </p:sp>
      <p:sp>
        <p:nvSpPr>
          <p:cNvPr id="29" name="Text 24"/>
          <p:cNvSpPr/>
          <p:nvPr/>
        </p:nvSpPr>
        <p:spPr>
          <a:xfrm>
            <a:off x="8089850" y="4488061"/>
            <a:ext cx="3492550" cy="1760339"/>
          </a:xfrm>
          <a:prstGeom prst="rect">
            <a:avLst/>
          </a:prstGeom>
          <a:solidFill>
            <a:srgbClr val="F8F9F5"/>
          </a:solidFill>
          <a:ln/>
        </p:spPr>
        <p:txBody>
          <a:bodyPr wrap="square" rtlCol="0" anchor="ctr"/>
          <a:lstStyle/>
          <a:p>
            <a:pPr marL="0" indent="0">
              <a:buNone/>
            </a:pPr>
            <a:endParaRPr lang="en-US" dirty="0"/>
          </a:p>
        </p:txBody>
      </p:sp>
      <p:sp>
        <p:nvSpPr>
          <p:cNvPr id="30" name="Shape 25"/>
          <p:cNvSpPr/>
          <p:nvPr/>
        </p:nvSpPr>
        <p:spPr>
          <a:xfrm>
            <a:off x="8089850" y="4488061"/>
            <a:ext cx="0" cy="1760339"/>
          </a:xfrm>
          <a:prstGeom prst="line">
            <a:avLst/>
          </a:prstGeom>
          <a:noFill/>
          <a:ln w="47625">
            <a:solidFill>
              <a:srgbClr val="CDEE9E"/>
            </a:solidFill>
            <a:prstDash val="solid"/>
          </a:ln>
        </p:spPr>
      </p:sp>
      <p:pic>
        <p:nvPicPr>
          <p:cNvPr id="31" name="Image 3" descr="image.png"/>
          <p:cNvPicPr>
            <a:picLocks noChangeAspect="1"/>
          </p:cNvPicPr>
          <p:nvPr/>
        </p:nvPicPr>
        <p:blipFill>
          <a:blip r:embed="rId6"/>
          <a:srcRect/>
          <a:stretch/>
        </p:blipFill>
        <p:spPr>
          <a:xfrm>
            <a:off x="8366075" y="4716661"/>
            <a:ext cx="219075" cy="266700"/>
          </a:xfrm>
          <a:prstGeom prst="rect">
            <a:avLst/>
          </a:prstGeom>
        </p:spPr>
      </p:pic>
      <p:sp>
        <p:nvSpPr>
          <p:cNvPr id="32" name="Text 26"/>
          <p:cNvSpPr/>
          <p:nvPr/>
        </p:nvSpPr>
        <p:spPr>
          <a:xfrm>
            <a:off x="8737550" y="4735711"/>
            <a:ext cx="1152144" cy="265176"/>
          </a:xfrm>
          <a:prstGeom prst="rect">
            <a:avLst/>
          </a:prstGeom>
          <a:noFill/>
          <a:ln/>
        </p:spPr>
        <p:txBody>
          <a:bodyPr vert="horz" wrap="none" lIns="0" tIns="0" rIns="0" bIns="0" rtlCol="0" anchor="t">
            <a:normAutofit/>
          </a:bodyPr>
          <a:lstStyle/>
          <a:p>
            <a:pPr marL="0" indent="0" algn="l">
              <a:lnSpc>
                <a:spcPts val="1800"/>
              </a:lnSpc>
              <a:buNone/>
            </a:pPr>
            <a:r>
              <a:rPr lang="en-US" sz="1200" b="1" i="1" dirty="0">
                <a:solidFill>
                  <a:srgbClr val="3C3A32"/>
                </a:solidFill>
                <a:latin typeface="Pacifico" pitchFamily="34" charset="0"/>
                <a:ea typeface="Pacifico" pitchFamily="34" charset="-122"/>
                <a:cs typeface="Pacifico" pitchFamily="34" charset="-120"/>
              </a:rPr>
              <a:t>Kategori UMK</a:t>
            </a:r>
            <a:endParaRPr lang="en-US" sz="1200" dirty="0"/>
          </a:p>
        </p:txBody>
      </p:sp>
      <p:sp>
        <p:nvSpPr>
          <p:cNvPr id="33" name="Text 27"/>
          <p:cNvSpPr/>
          <p:nvPr/>
        </p:nvSpPr>
        <p:spPr>
          <a:xfrm>
            <a:off x="8364513" y="5095280"/>
            <a:ext cx="3026664" cy="566928"/>
          </a:xfrm>
          <a:prstGeom prst="rect">
            <a:avLst/>
          </a:prstGeom>
          <a:noFill/>
          <a:ln/>
        </p:spPr>
        <p:txBody>
          <a:bodyPr vert="horz" wrap="square" lIns="0" tIns="0" rIns="0" bIns="0" rtlCol="0" anchor="t"/>
          <a:lstStyle/>
          <a:p>
            <a:pPr marL="0" indent="0" algn="l">
              <a:lnSpc>
                <a:spcPts val="1463"/>
              </a:lnSpc>
              <a:buNone/>
            </a:pPr>
            <a:r>
              <a:rPr lang="en-US" sz="900" dirty="0">
                <a:solidFill>
                  <a:srgbClr val="4B5563"/>
                </a:solidFill>
                <a:latin typeface="Nunito ExtraLight" pitchFamily="34" charset="0"/>
                <a:ea typeface="Nunito ExtraLight" pitchFamily="34" charset="-122"/>
                <a:cs typeface="Nunito ExtraLight" pitchFamily="34" charset="-120"/>
              </a:rPr>
              <a:t>Fasilitas kemudahan bagi UMK melalui penyertaan Surat Keterangan Binaan sesuai regulasi Permenkum nomor 5 tahun 2026.</a:t>
            </a:r>
            <a:endParaRPr lang="en-US" sz="900" dirty="0"/>
          </a:p>
        </p:txBody>
      </p:sp>
      <p:sp>
        <p:nvSpPr>
          <p:cNvPr id="34" name="Text 28"/>
          <p:cNvSpPr/>
          <p:nvPr/>
        </p:nvSpPr>
        <p:spPr>
          <a:xfrm>
            <a:off x="-476250" y="4895850"/>
            <a:ext cx="2438400" cy="2438400"/>
          </a:xfrm>
          <a:prstGeom prst="roundRect">
            <a:avLst>
              <a:gd name="adj" fmla="val 100000"/>
            </a:avLst>
          </a:prstGeom>
          <a:noFill/>
          <a:ln w="9525">
            <a:solidFill>
              <a:srgbClr val="E5E7EB">
                <a:alpha val="10000"/>
              </a:srgbClr>
            </a:solidFill>
          </a:ln>
        </p:spPr>
        <p:txBody>
          <a:bodyPr wrap="square" rtlCol="0" anchor="ctr"/>
          <a:lstStyle/>
          <a:p>
            <a:pPr marL="0" indent="0">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FFFFF"/>
          </a:solidFill>
          <a:ln/>
        </p:spPr>
        <p:txBody>
          <a:bodyPr wrap="square" rtlCol="0" anchor="ctr"/>
          <a:lstStyle/>
          <a:p>
            <a:pPr marL="0" indent="0">
              <a:buNone/>
            </a:pPr>
            <a:endParaRPr lang="en-US" dirty="0"/>
          </a:p>
        </p:txBody>
      </p:sp>
      <p:sp>
        <p:nvSpPr>
          <p:cNvPr id="3" name="Text 1"/>
          <p:cNvSpPr/>
          <p:nvPr/>
        </p:nvSpPr>
        <p:spPr>
          <a:xfrm>
            <a:off x="7429500" y="0"/>
            <a:ext cx="4762500" cy="6858000"/>
          </a:xfrm>
          <a:prstGeom prst="rect">
            <a:avLst/>
          </a:prstGeom>
          <a:solidFill>
            <a:srgbClr val="CDEE9E"/>
          </a:solidFill>
          <a:ln/>
        </p:spPr>
        <p:txBody>
          <a:bodyPr wrap="square" rtlCol="0" anchor="ctr"/>
          <a:lstStyle/>
          <a:p>
            <a:pPr marL="0" indent="0">
              <a:buNone/>
            </a:pPr>
            <a:endParaRPr lang="en-US" dirty="0"/>
          </a:p>
        </p:txBody>
      </p:sp>
      <p:sp>
        <p:nvSpPr>
          <p:cNvPr id="4" name="Text 2"/>
          <p:cNvSpPr/>
          <p:nvPr/>
        </p:nvSpPr>
        <p:spPr>
          <a:xfrm>
            <a:off x="9525000" y="-381000"/>
            <a:ext cx="3048000" cy="3048000"/>
          </a:xfrm>
          <a:prstGeom prst="roundRect">
            <a:avLst>
              <a:gd name="adj" fmla="val 100000"/>
            </a:avLst>
          </a:prstGeom>
          <a:solidFill>
            <a:srgbClr val="FFFFFF">
              <a:alpha val="20000"/>
            </a:srgbClr>
          </a:solidFill>
          <a:ln/>
        </p:spPr>
        <p:txBody>
          <a:bodyPr wrap="square" rtlCol="0" anchor="ctr"/>
          <a:lstStyle/>
          <a:p>
            <a:pPr marL="0" indent="0">
              <a:buNone/>
            </a:pPr>
            <a:endParaRPr lang="en-US" dirty="0"/>
          </a:p>
        </p:txBody>
      </p:sp>
      <p:sp>
        <p:nvSpPr>
          <p:cNvPr id="5" name="Text 3"/>
          <p:cNvSpPr/>
          <p:nvPr/>
        </p:nvSpPr>
        <p:spPr>
          <a:xfrm>
            <a:off x="7048500" y="4572000"/>
            <a:ext cx="1524000" cy="1524000"/>
          </a:xfrm>
          <a:prstGeom prst="roundRect">
            <a:avLst>
              <a:gd name="adj" fmla="val 100000"/>
            </a:avLst>
          </a:prstGeom>
          <a:solidFill>
            <a:srgbClr val="FFFFFF">
              <a:alpha val="10000"/>
            </a:srgbClr>
          </a:solidFill>
          <a:ln/>
        </p:spPr>
        <p:txBody>
          <a:bodyPr wrap="square" rtlCol="0" anchor="ctr"/>
          <a:lstStyle/>
          <a:p>
            <a:pPr marL="0" indent="0">
              <a:buNone/>
            </a:pPr>
            <a:endParaRPr lang="en-US" dirty="0"/>
          </a:p>
        </p:txBody>
      </p:sp>
      <p:sp>
        <p:nvSpPr>
          <p:cNvPr id="6" name="Text 4"/>
          <p:cNvSpPr/>
          <p:nvPr/>
        </p:nvSpPr>
        <p:spPr>
          <a:xfrm>
            <a:off x="0" y="0"/>
            <a:ext cx="7429500" cy="6858000"/>
          </a:xfrm>
          <a:prstGeom prst="rect">
            <a:avLst/>
          </a:prstGeom>
          <a:solidFill>
            <a:srgbClr val="FFFFFF"/>
          </a:solidFill>
          <a:ln/>
        </p:spPr>
        <p:txBody>
          <a:bodyPr wrap="square" rtlCol="0" anchor="ctr"/>
          <a:lstStyle/>
          <a:p>
            <a:pPr marL="0" indent="0">
              <a:buNone/>
            </a:pPr>
            <a:endParaRPr lang="en-US" dirty="0"/>
          </a:p>
        </p:txBody>
      </p:sp>
      <p:sp>
        <p:nvSpPr>
          <p:cNvPr id="7" name="Text 5"/>
          <p:cNvSpPr/>
          <p:nvPr/>
        </p:nvSpPr>
        <p:spPr>
          <a:xfrm>
            <a:off x="607740" y="609600"/>
            <a:ext cx="557784" cy="301752"/>
          </a:xfrm>
          <a:prstGeom prst="rect">
            <a:avLst/>
          </a:prstGeom>
          <a:noFill/>
          <a:ln/>
        </p:spPr>
        <p:txBody>
          <a:bodyPr vert="horz" wrap="none" lIns="0" tIns="0" rIns="0" bIns="0" rtlCol="0" anchor="t">
            <a:normAutofit/>
          </a:bodyPr>
          <a:lstStyle/>
          <a:p>
            <a:pPr marL="0" indent="0" algn="l">
              <a:lnSpc>
                <a:spcPts val="2100"/>
              </a:lnSpc>
              <a:buNone/>
            </a:pPr>
            <a:r>
              <a:rPr lang="en-US" sz="1500" b="1" kern="0" spc="180" dirty="0">
                <a:solidFill>
                  <a:srgbClr val="3C3A32"/>
                </a:solidFill>
                <a:latin typeface="Nunito ExtraLight" pitchFamily="34" charset="0"/>
                <a:ea typeface="Nunito ExtraLight" pitchFamily="34" charset="-122"/>
                <a:cs typeface="Nunito ExtraLight" pitchFamily="34" charset="-120"/>
              </a:rPr>
              <a:t>DJKI</a:t>
            </a:r>
            <a:endParaRPr lang="en-US" sz="1500" dirty="0"/>
          </a:p>
        </p:txBody>
      </p:sp>
      <p:sp>
        <p:nvSpPr>
          <p:cNvPr id="8" name="Text 6"/>
          <p:cNvSpPr/>
          <p:nvPr/>
        </p:nvSpPr>
        <p:spPr>
          <a:xfrm>
            <a:off x="1215479" y="666750"/>
            <a:ext cx="9525" cy="152400"/>
          </a:xfrm>
          <a:prstGeom prst="rect">
            <a:avLst/>
          </a:prstGeom>
          <a:solidFill>
            <a:srgbClr val="E5E7EB"/>
          </a:solidFill>
          <a:ln/>
        </p:spPr>
        <p:txBody>
          <a:bodyPr wrap="square" rtlCol="0" anchor="ctr"/>
          <a:lstStyle/>
          <a:p>
            <a:pPr marL="0" indent="0">
              <a:buNone/>
            </a:pPr>
            <a:endParaRPr lang="en-US" dirty="0"/>
          </a:p>
        </p:txBody>
      </p:sp>
      <p:sp>
        <p:nvSpPr>
          <p:cNvPr id="9" name="Text 7"/>
          <p:cNvSpPr/>
          <p:nvPr/>
        </p:nvSpPr>
        <p:spPr>
          <a:xfrm>
            <a:off x="1338411" y="609600"/>
            <a:ext cx="2167128" cy="301752"/>
          </a:xfrm>
          <a:prstGeom prst="rect">
            <a:avLst/>
          </a:prstGeom>
          <a:noFill/>
          <a:ln/>
        </p:spPr>
        <p:txBody>
          <a:bodyPr vert="horz" wrap="none" lIns="0" tIns="0" rIns="0" bIns="0" rtlCol="0" anchor="t">
            <a:normAutofit/>
          </a:bodyPr>
          <a:lstStyle/>
          <a:p>
            <a:pPr marL="0" indent="0" algn="l">
              <a:lnSpc>
                <a:spcPts val="2100"/>
              </a:lnSpc>
              <a:buNone/>
            </a:pPr>
            <a:r>
              <a:rPr lang="en-US" sz="1350" kern="0" spc="130" dirty="0">
                <a:solidFill>
                  <a:srgbClr val="3C3A32"/>
                </a:solidFill>
                <a:latin typeface="Nunito ExtraLight" pitchFamily="34" charset="0"/>
                <a:ea typeface="Nunito ExtraLight" pitchFamily="34" charset="-122"/>
                <a:cs typeface="Nunito ExtraLight" pitchFamily="34" charset="-120"/>
              </a:rPr>
              <a:t>ALUR PENDAFTARAN</a:t>
            </a:r>
            <a:endParaRPr lang="en-US" sz="1350" dirty="0"/>
          </a:p>
        </p:txBody>
      </p:sp>
      <p:sp>
        <p:nvSpPr>
          <p:cNvPr id="10" name="Text 8"/>
          <p:cNvSpPr/>
          <p:nvPr/>
        </p:nvSpPr>
        <p:spPr>
          <a:xfrm>
            <a:off x="609600" y="1485900"/>
            <a:ext cx="609600" cy="57150"/>
          </a:xfrm>
          <a:prstGeom prst="rect">
            <a:avLst/>
          </a:prstGeom>
          <a:solidFill>
            <a:srgbClr val="CDEE9E"/>
          </a:solidFill>
          <a:ln/>
        </p:spPr>
        <p:txBody>
          <a:bodyPr wrap="square" rtlCol="0" anchor="ctr"/>
          <a:lstStyle/>
          <a:p>
            <a:pPr marL="0" indent="0">
              <a:buNone/>
            </a:pPr>
            <a:endParaRPr lang="en-US" dirty="0"/>
          </a:p>
        </p:txBody>
      </p:sp>
      <p:sp>
        <p:nvSpPr>
          <p:cNvPr id="11" name="Text 9"/>
          <p:cNvSpPr/>
          <p:nvPr/>
        </p:nvSpPr>
        <p:spPr>
          <a:xfrm>
            <a:off x="609600" y="1772543"/>
            <a:ext cx="6345936" cy="1179576"/>
          </a:xfrm>
          <a:prstGeom prst="rect">
            <a:avLst/>
          </a:prstGeom>
          <a:noFill/>
          <a:ln/>
        </p:spPr>
        <p:txBody>
          <a:bodyPr vert="horz" wrap="square" lIns="0" tIns="0" rIns="0" bIns="0" rtlCol="0" anchor="t"/>
          <a:lstStyle/>
          <a:p>
            <a:pPr marL="0" indent="0" algn="l">
              <a:lnSpc>
                <a:spcPts val="4620"/>
              </a:lnSpc>
              <a:buNone/>
            </a:pPr>
            <a:r>
              <a:rPr lang="en-US" sz="4200" kern="0" spc="-90" dirty="0">
                <a:solidFill>
                  <a:srgbClr val="3C3A32"/>
                </a:solidFill>
                <a:latin typeface="Pacifico" pitchFamily="34" charset="0"/>
                <a:ea typeface="Pacifico" pitchFamily="34" charset="-122"/>
                <a:cs typeface="Pacifico" pitchFamily="34" charset="-120"/>
              </a:rPr>
              <a:t>Alur Proses &amp;
</a:t>
            </a:r>
            <a:r>
              <a:rPr lang="en-US" sz="4200" kern="0" spc="-90" dirty="0">
                <a:solidFill>
                  <a:srgbClr val="CDEE9E"/>
                </a:solidFill>
                <a:latin typeface="Pacifico" pitchFamily="34" charset="0"/>
                <a:ea typeface="Pacifico" pitchFamily="34" charset="-122"/>
                <a:cs typeface="Pacifico" pitchFamily="34" charset="-120"/>
              </a:rPr>
              <a:t>Timeline Merek.</a:t>
            </a:r>
            <a:endParaRPr lang="en-US" sz="4200" dirty="0"/>
          </a:p>
        </p:txBody>
      </p:sp>
      <p:sp>
        <p:nvSpPr>
          <p:cNvPr id="12" name="Text 10"/>
          <p:cNvSpPr/>
          <p:nvPr/>
        </p:nvSpPr>
        <p:spPr>
          <a:xfrm>
            <a:off x="609600" y="3326011"/>
            <a:ext cx="5829300" cy="1119188"/>
          </a:xfrm>
          <a:prstGeom prst="rect">
            <a:avLst/>
          </a:prstGeom>
          <a:solidFill>
            <a:srgbClr val="F8F9F5"/>
          </a:solidFill>
          <a:ln/>
        </p:spPr>
        <p:txBody>
          <a:bodyPr wrap="square" rtlCol="0" anchor="ctr"/>
          <a:lstStyle/>
          <a:p>
            <a:pPr marL="0" indent="0">
              <a:buNone/>
            </a:pPr>
            <a:endParaRPr lang="en-US" dirty="0"/>
          </a:p>
        </p:txBody>
      </p:sp>
      <p:sp>
        <p:nvSpPr>
          <p:cNvPr id="13" name="Shape 11"/>
          <p:cNvSpPr/>
          <p:nvPr/>
        </p:nvSpPr>
        <p:spPr>
          <a:xfrm>
            <a:off x="609600" y="3326011"/>
            <a:ext cx="0" cy="1119188"/>
          </a:xfrm>
          <a:prstGeom prst="line">
            <a:avLst/>
          </a:prstGeom>
          <a:noFill/>
          <a:ln w="38100">
            <a:solidFill>
              <a:srgbClr val="CDEE9E"/>
            </a:solidFill>
            <a:prstDash val="solid"/>
          </a:ln>
        </p:spPr>
      </p:sp>
      <p:pic>
        <p:nvPicPr>
          <p:cNvPr id="14" name="Image 0" descr="image.png"/>
          <p:cNvPicPr>
            <a:picLocks noChangeAspect="1"/>
          </p:cNvPicPr>
          <p:nvPr/>
        </p:nvPicPr>
        <p:blipFill>
          <a:blip r:embed="rId3"/>
          <a:srcRect/>
          <a:stretch/>
        </p:blipFill>
        <p:spPr>
          <a:xfrm>
            <a:off x="838200" y="3516511"/>
            <a:ext cx="190500" cy="266700"/>
          </a:xfrm>
          <a:prstGeom prst="rect">
            <a:avLst/>
          </a:prstGeom>
        </p:spPr>
      </p:pic>
      <p:sp>
        <p:nvSpPr>
          <p:cNvPr id="15" name="Text 12"/>
          <p:cNvSpPr/>
          <p:nvPr/>
        </p:nvSpPr>
        <p:spPr>
          <a:xfrm>
            <a:off x="1181621" y="3516511"/>
            <a:ext cx="2286000" cy="301752"/>
          </a:xfrm>
          <a:prstGeom prst="rect">
            <a:avLst/>
          </a:prstGeom>
          <a:noFill/>
          <a:ln/>
        </p:spPr>
        <p:txBody>
          <a:bodyPr vert="horz" wrap="none" lIns="0" tIns="0" rIns="0" bIns="0" rtlCol="0" anchor="t">
            <a:normAutofit/>
          </a:bodyPr>
          <a:lstStyle/>
          <a:p>
            <a:pPr marL="0" indent="0" algn="l">
              <a:lnSpc>
                <a:spcPts val="2100"/>
              </a:lnSpc>
              <a:buNone/>
            </a:pPr>
            <a:r>
              <a:rPr lang="en-US" sz="1350" b="1" kern="0" spc="30" dirty="0">
                <a:solidFill>
                  <a:srgbClr val="3C3A32"/>
                </a:solidFill>
                <a:latin typeface="Nunito ExtraLight" pitchFamily="34" charset="0"/>
                <a:ea typeface="Nunito ExtraLight" pitchFamily="34" charset="-122"/>
                <a:cs typeface="Nunito ExtraLight" pitchFamily="34" charset="-120"/>
              </a:rPr>
              <a:t>TAHAPAN PENGUMUMAN</a:t>
            </a:r>
            <a:endParaRPr lang="en-US" sz="1350" dirty="0"/>
          </a:p>
        </p:txBody>
      </p:sp>
      <p:sp>
        <p:nvSpPr>
          <p:cNvPr id="16" name="Text 13"/>
          <p:cNvSpPr/>
          <p:nvPr/>
        </p:nvSpPr>
        <p:spPr>
          <a:xfrm>
            <a:off x="1181100" y="3818930"/>
            <a:ext cx="5102352" cy="438912"/>
          </a:xfrm>
          <a:prstGeom prst="rect">
            <a:avLst/>
          </a:prstGeom>
          <a:noFill/>
          <a:ln/>
        </p:spPr>
        <p:txBody>
          <a:bodyPr vert="horz" wrap="square" lIns="0" tIns="0" rIns="0" bIns="0" rtlCol="0" anchor="t"/>
          <a:lstStyle/>
          <a:p>
            <a:pPr marL="0" indent="0" algn="l">
              <a:lnSpc>
                <a:spcPts val="1706"/>
              </a:lnSpc>
              <a:buNone/>
            </a:pPr>
            <a:r>
              <a:rPr lang="en-US" sz="1050" dirty="0">
                <a:solidFill>
                  <a:srgbClr val="4B5563"/>
                </a:solidFill>
                <a:latin typeface="Nunito ExtraLight" pitchFamily="34" charset="0"/>
                <a:ea typeface="Nunito ExtraLight" pitchFamily="34" charset="-122"/>
                <a:cs typeface="Nunito ExtraLight" pitchFamily="34" charset="-120"/>
              </a:rPr>
              <a:t>Masa pengumuman 2 bulan untuk oposisi publik setelah permohonan online diajukan ke e-Merek DJKI.</a:t>
            </a:r>
            <a:endParaRPr lang="en-US" sz="1050" dirty="0"/>
          </a:p>
        </p:txBody>
      </p:sp>
      <p:sp>
        <p:nvSpPr>
          <p:cNvPr id="17" name="Text 14"/>
          <p:cNvSpPr/>
          <p:nvPr/>
        </p:nvSpPr>
        <p:spPr>
          <a:xfrm>
            <a:off x="609600" y="4597598"/>
            <a:ext cx="5829300" cy="1119188"/>
          </a:xfrm>
          <a:prstGeom prst="rect">
            <a:avLst/>
          </a:prstGeom>
          <a:solidFill>
            <a:srgbClr val="F8F9F5"/>
          </a:solidFill>
          <a:ln/>
        </p:spPr>
        <p:txBody>
          <a:bodyPr wrap="square" rtlCol="0" anchor="ctr"/>
          <a:lstStyle/>
          <a:p>
            <a:pPr marL="0" indent="0">
              <a:buNone/>
            </a:pPr>
            <a:endParaRPr lang="en-US" dirty="0"/>
          </a:p>
        </p:txBody>
      </p:sp>
      <p:sp>
        <p:nvSpPr>
          <p:cNvPr id="18" name="Shape 15"/>
          <p:cNvSpPr/>
          <p:nvPr/>
        </p:nvSpPr>
        <p:spPr>
          <a:xfrm>
            <a:off x="609600" y="4597598"/>
            <a:ext cx="0" cy="1119187"/>
          </a:xfrm>
          <a:prstGeom prst="line">
            <a:avLst/>
          </a:prstGeom>
          <a:noFill/>
          <a:ln w="38100">
            <a:solidFill>
              <a:srgbClr val="CDEE9E"/>
            </a:solidFill>
            <a:prstDash val="solid"/>
          </a:ln>
        </p:spPr>
      </p:sp>
      <p:pic>
        <p:nvPicPr>
          <p:cNvPr id="19" name="Image 1" descr="image.png"/>
          <p:cNvPicPr>
            <a:picLocks noChangeAspect="1"/>
          </p:cNvPicPr>
          <p:nvPr/>
        </p:nvPicPr>
        <p:blipFill>
          <a:blip r:embed="rId4"/>
          <a:srcRect/>
          <a:stretch/>
        </p:blipFill>
        <p:spPr>
          <a:xfrm>
            <a:off x="838200" y="4788098"/>
            <a:ext cx="219075" cy="266700"/>
          </a:xfrm>
          <a:prstGeom prst="rect">
            <a:avLst/>
          </a:prstGeom>
        </p:spPr>
      </p:pic>
      <p:sp>
        <p:nvSpPr>
          <p:cNvPr id="20" name="Text 16"/>
          <p:cNvSpPr/>
          <p:nvPr/>
        </p:nvSpPr>
        <p:spPr>
          <a:xfrm>
            <a:off x="1208782" y="4788098"/>
            <a:ext cx="2587752" cy="301752"/>
          </a:xfrm>
          <a:prstGeom prst="rect">
            <a:avLst/>
          </a:prstGeom>
          <a:noFill/>
          <a:ln/>
        </p:spPr>
        <p:txBody>
          <a:bodyPr vert="horz" wrap="none" lIns="0" tIns="0" rIns="0" bIns="0" rtlCol="0" anchor="t">
            <a:normAutofit/>
          </a:bodyPr>
          <a:lstStyle/>
          <a:p>
            <a:pPr marL="0" indent="0" algn="l">
              <a:lnSpc>
                <a:spcPts val="2100"/>
              </a:lnSpc>
              <a:buNone/>
            </a:pPr>
            <a:r>
              <a:rPr lang="en-US" sz="1350" b="1" kern="0" spc="30" dirty="0">
                <a:solidFill>
                  <a:srgbClr val="3C3A32"/>
                </a:solidFill>
                <a:latin typeface="Nunito ExtraLight" pitchFamily="34" charset="0"/>
                <a:ea typeface="Nunito ExtraLight" pitchFamily="34" charset="-122"/>
                <a:cs typeface="Nunito ExtraLight" pitchFamily="34" charset="-120"/>
              </a:rPr>
              <a:t>PEMERIKSAAN &amp; SERTIFIKAT</a:t>
            </a:r>
            <a:endParaRPr lang="en-US" sz="1350" dirty="0"/>
          </a:p>
        </p:txBody>
      </p:sp>
      <p:sp>
        <p:nvSpPr>
          <p:cNvPr id="21" name="Text 17"/>
          <p:cNvSpPr/>
          <p:nvPr/>
        </p:nvSpPr>
        <p:spPr>
          <a:xfrm>
            <a:off x="1181100" y="5090517"/>
            <a:ext cx="5102352" cy="438912"/>
          </a:xfrm>
          <a:prstGeom prst="rect">
            <a:avLst/>
          </a:prstGeom>
          <a:noFill/>
          <a:ln/>
        </p:spPr>
        <p:txBody>
          <a:bodyPr vert="horz" wrap="square" lIns="0" tIns="0" rIns="0" bIns="0" rtlCol="0" anchor="t"/>
          <a:lstStyle/>
          <a:p>
            <a:pPr marL="0" indent="0" algn="l">
              <a:lnSpc>
                <a:spcPts val="1706"/>
              </a:lnSpc>
              <a:buNone/>
            </a:pPr>
            <a:r>
              <a:rPr lang="en-US" sz="1050" dirty="0">
                <a:solidFill>
                  <a:srgbClr val="4B5563"/>
                </a:solidFill>
                <a:latin typeface="Nunito ExtraLight" pitchFamily="34" charset="0"/>
                <a:ea typeface="Nunito ExtraLight" pitchFamily="34" charset="-122"/>
                <a:cs typeface="Nunito ExtraLight" pitchFamily="34" charset="-120"/>
              </a:rPr>
              <a:t>Pemeriksaan substantif 150 hari kerja. Sertifikat terbit dalam 2 bulan mengikuti standar layanan 2026.</a:t>
            </a:r>
            <a:endParaRPr lang="en-US" sz="1050" dirty="0"/>
          </a:p>
        </p:txBody>
      </p:sp>
      <p:pic>
        <p:nvPicPr>
          <p:cNvPr id="22" name="Image 2" descr="image.png"/>
          <p:cNvPicPr>
            <a:picLocks noChangeAspect="1"/>
          </p:cNvPicPr>
          <p:nvPr/>
        </p:nvPicPr>
        <p:blipFill>
          <a:blip r:embed="rId5"/>
          <a:srcRect/>
          <a:stretch/>
        </p:blipFill>
        <p:spPr>
          <a:xfrm>
            <a:off x="7905750" y="952500"/>
            <a:ext cx="3810000" cy="4953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3C3A32"/>
          </a:solidFill>
          <a:ln/>
        </p:spPr>
        <p:txBody>
          <a:bodyPr wrap="square" rtlCol="0" anchor="ctr"/>
          <a:lstStyle/>
          <a:p>
            <a:pPr marL="0" indent="0">
              <a:buNone/>
            </a:pPr>
            <a:endParaRPr lang="en-US" dirty="0"/>
          </a:p>
        </p:txBody>
      </p:sp>
      <p:sp>
        <p:nvSpPr>
          <p:cNvPr id="3" name="Text 1"/>
          <p:cNvSpPr/>
          <p:nvPr/>
        </p:nvSpPr>
        <p:spPr>
          <a:xfrm>
            <a:off x="5120580" y="0"/>
            <a:ext cx="7071271" cy="6443663"/>
          </a:xfrm>
          <a:prstGeom prst="rect">
            <a:avLst/>
          </a:prstGeom>
          <a:solidFill>
            <a:srgbClr val="3C3A32"/>
          </a:solidFill>
          <a:ln/>
        </p:spPr>
        <p:txBody>
          <a:bodyPr wrap="square" rtlCol="0" anchor="ctr"/>
          <a:lstStyle/>
          <a:p>
            <a:pPr marL="0" indent="0">
              <a:buNone/>
            </a:pPr>
            <a:endParaRPr lang="en-US" dirty="0"/>
          </a:p>
        </p:txBody>
      </p:sp>
      <p:sp>
        <p:nvSpPr>
          <p:cNvPr id="4" name="Text 2"/>
          <p:cNvSpPr/>
          <p:nvPr/>
        </p:nvSpPr>
        <p:spPr>
          <a:xfrm>
            <a:off x="0" y="0"/>
            <a:ext cx="5120580" cy="5199162"/>
          </a:xfrm>
          <a:prstGeom prst="rect">
            <a:avLst/>
          </a:prstGeom>
          <a:solidFill>
            <a:srgbClr val="CDEE9E"/>
          </a:solidFill>
          <a:ln/>
        </p:spPr>
        <p:txBody>
          <a:bodyPr wrap="square" rtlCol="0" anchor="ctr"/>
          <a:lstStyle/>
          <a:p>
            <a:pPr marL="0" indent="0">
              <a:buNone/>
            </a:pPr>
            <a:endParaRPr lang="en-US" dirty="0"/>
          </a:p>
        </p:txBody>
      </p:sp>
      <p:sp>
        <p:nvSpPr>
          <p:cNvPr id="5" name="Text 3"/>
          <p:cNvSpPr/>
          <p:nvPr/>
        </p:nvSpPr>
        <p:spPr>
          <a:xfrm>
            <a:off x="610567" y="609600"/>
            <a:ext cx="1188720" cy="301752"/>
          </a:xfrm>
          <a:prstGeom prst="rect">
            <a:avLst/>
          </a:prstGeom>
          <a:noFill/>
          <a:ln/>
        </p:spPr>
        <p:txBody>
          <a:bodyPr vert="horz" wrap="none" lIns="0" tIns="0" rIns="0" bIns="0" rtlCol="0" anchor="t">
            <a:normAutofit/>
          </a:bodyPr>
          <a:lstStyle/>
          <a:p>
            <a:pPr marL="0" indent="0" algn="l">
              <a:lnSpc>
                <a:spcPts val="2100"/>
              </a:lnSpc>
              <a:buNone/>
            </a:pPr>
            <a:r>
              <a:rPr lang="en-US" sz="1500" b="1" kern="0" spc="180" dirty="0">
                <a:solidFill>
                  <a:srgbClr val="3C3A32"/>
                </a:solidFill>
                <a:latin typeface="Nunito ExtraLight" pitchFamily="34" charset="0"/>
                <a:ea typeface="Nunito ExtraLight" pitchFamily="34" charset="-122"/>
                <a:cs typeface="Nunito ExtraLight" pitchFamily="34" charset="-120"/>
              </a:rPr>
              <a:t>STRATEGI</a:t>
            </a:r>
            <a:endParaRPr lang="en-US" sz="1500" dirty="0"/>
          </a:p>
        </p:txBody>
      </p:sp>
      <p:sp>
        <p:nvSpPr>
          <p:cNvPr id="6" name="Text 4"/>
          <p:cNvSpPr/>
          <p:nvPr/>
        </p:nvSpPr>
        <p:spPr>
          <a:xfrm>
            <a:off x="1840260" y="666750"/>
            <a:ext cx="9525" cy="152400"/>
          </a:xfrm>
          <a:prstGeom prst="rect">
            <a:avLst/>
          </a:prstGeom>
          <a:solidFill>
            <a:srgbClr val="3C3A32">
              <a:alpha val="30000"/>
            </a:srgbClr>
          </a:solidFill>
          <a:ln/>
        </p:spPr>
        <p:txBody>
          <a:bodyPr wrap="square" rtlCol="0" anchor="ctr"/>
          <a:lstStyle/>
          <a:p>
            <a:pPr marL="0" indent="0">
              <a:buNone/>
            </a:pPr>
            <a:endParaRPr lang="en-US" dirty="0"/>
          </a:p>
        </p:txBody>
      </p:sp>
      <p:sp>
        <p:nvSpPr>
          <p:cNvPr id="7" name="Text 5"/>
          <p:cNvSpPr/>
          <p:nvPr/>
        </p:nvSpPr>
        <p:spPr>
          <a:xfrm>
            <a:off x="1963192" y="609600"/>
            <a:ext cx="1307592" cy="301752"/>
          </a:xfrm>
          <a:prstGeom prst="rect">
            <a:avLst/>
          </a:prstGeom>
          <a:noFill/>
          <a:ln/>
        </p:spPr>
        <p:txBody>
          <a:bodyPr vert="horz" wrap="none" lIns="0" tIns="0" rIns="0" bIns="0" rtlCol="0" anchor="t">
            <a:normAutofit/>
          </a:bodyPr>
          <a:lstStyle/>
          <a:p>
            <a:pPr marL="0" indent="0" algn="l">
              <a:lnSpc>
                <a:spcPts val="2100"/>
              </a:lnSpc>
              <a:buNone/>
            </a:pPr>
            <a:r>
              <a:rPr lang="en-US" sz="1350" kern="0" spc="130" dirty="0">
                <a:solidFill>
                  <a:srgbClr val="3C3A32">
                    <a:alpha val="80000"/>
                  </a:srgbClr>
                </a:solidFill>
                <a:latin typeface="Nunito ExtraLight" pitchFamily="34" charset="0"/>
                <a:ea typeface="Nunito ExtraLight" pitchFamily="34" charset="-122"/>
                <a:cs typeface="Nunito ExtraLight" pitchFamily="34" charset="-120"/>
              </a:rPr>
              <a:t>ERA DIGITAL</a:t>
            </a:r>
            <a:endParaRPr lang="en-US" sz="1350" dirty="0"/>
          </a:p>
        </p:txBody>
      </p:sp>
      <p:sp>
        <p:nvSpPr>
          <p:cNvPr id="8" name="Text 6"/>
          <p:cNvSpPr/>
          <p:nvPr/>
        </p:nvSpPr>
        <p:spPr>
          <a:xfrm>
            <a:off x="609600" y="876300"/>
            <a:ext cx="609600" cy="57150"/>
          </a:xfrm>
          <a:prstGeom prst="rect">
            <a:avLst/>
          </a:prstGeom>
          <a:solidFill>
            <a:srgbClr val="3C3A32"/>
          </a:solidFill>
          <a:ln/>
        </p:spPr>
        <p:txBody>
          <a:bodyPr wrap="square" rtlCol="0" anchor="ctr"/>
          <a:lstStyle/>
          <a:p>
            <a:pPr marL="0" indent="0">
              <a:buNone/>
            </a:pPr>
            <a:endParaRPr lang="en-US" dirty="0"/>
          </a:p>
        </p:txBody>
      </p:sp>
      <p:sp>
        <p:nvSpPr>
          <p:cNvPr id="9" name="Text 7"/>
          <p:cNvSpPr/>
          <p:nvPr/>
        </p:nvSpPr>
        <p:spPr>
          <a:xfrm>
            <a:off x="607665" y="1236315"/>
            <a:ext cx="4050792" cy="1225296"/>
          </a:xfrm>
          <a:prstGeom prst="rect">
            <a:avLst/>
          </a:prstGeom>
          <a:noFill/>
          <a:ln/>
        </p:spPr>
        <p:txBody>
          <a:bodyPr vert="horz" wrap="square" lIns="0" tIns="0" rIns="0" bIns="0" rtlCol="0" anchor="t"/>
          <a:lstStyle/>
          <a:p>
            <a:pPr marL="0" indent="0" algn="l">
              <a:lnSpc>
                <a:spcPts val="4785"/>
              </a:lnSpc>
              <a:buNone/>
            </a:pPr>
            <a:r>
              <a:rPr lang="en-US" sz="4350" kern="0" spc="-90" dirty="0">
                <a:solidFill>
                  <a:srgbClr val="3C3A32"/>
                </a:solidFill>
                <a:latin typeface="Pacifico" pitchFamily="34" charset="0"/>
                <a:ea typeface="Pacifico" pitchFamily="34" charset="-122"/>
                <a:cs typeface="Pacifico" pitchFamily="34" charset="-120"/>
              </a:rPr>
              <a:t>Struktur Biaya</a:t>
            </a:r>
            <a:endParaRPr lang="en-US" sz="4350" dirty="0"/>
          </a:p>
          <a:p>
            <a:pPr marL="0" indent="0" algn="l">
              <a:lnSpc>
                <a:spcPts val="4785"/>
              </a:lnSpc>
              <a:buNone/>
            </a:pPr>
            <a:r>
              <a:rPr lang="en-US" sz="4350" kern="0" spc="-90" dirty="0">
                <a:solidFill>
                  <a:srgbClr val="3C3A32"/>
                </a:solidFill>
                <a:latin typeface="Pacifico" pitchFamily="34" charset="0"/>
                <a:ea typeface="Pacifico" pitchFamily="34" charset="-122"/>
                <a:cs typeface="Pacifico" pitchFamily="34" charset="-120"/>
              </a:rPr>
              <a:t>Pendaftaran.</a:t>
            </a:r>
            <a:endParaRPr lang="en-US" sz="4350" dirty="0"/>
          </a:p>
        </p:txBody>
      </p:sp>
      <p:sp>
        <p:nvSpPr>
          <p:cNvPr id="10" name="Text 8"/>
          <p:cNvSpPr/>
          <p:nvPr/>
        </p:nvSpPr>
        <p:spPr>
          <a:xfrm>
            <a:off x="609600" y="2758380"/>
            <a:ext cx="3511153" cy="878681"/>
          </a:xfrm>
          <a:prstGeom prst="rect">
            <a:avLst/>
          </a:prstGeom>
          <a:solidFill>
            <a:srgbClr val="3C3A32">
              <a:alpha val="5000"/>
            </a:srgbClr>
          </a:solidFill>
          <a:ln/>
        </p:spPr>
        <p:txBody>
          <a:bodyPr wrap="square" rtlCol="0" anchor="ctr"/>
          <a:lstStyle/>
          <a:p>
            <a:pPr marL="0" indent="0">
              <a:buNone/>
            </a:pPr>
            <a:endParaRPr lang="en-US" dirty="0"/>
          </a:p>
        </p:txBody>
      </p:sp>
      <p:sp>
        <p:nvSpPr>
          <p:cNvPr id="11" name="Shape 9"/>
          <p:cNvSpPr/>
          <p:nvPr/>
        </p:nvSpPr>
        <p:spPr>
          <a:xfrm>
            <a:off x="609600" y="2758380"/>
            <a:ext cx="0" cy="878681"/>
          </a:xfrm>
          <a:prstGeom prst="line">
            <a:avLst/>
          </a:prstGeom>
          <a:noFill/>
          <a:ln w="28575">
            <a:solidFill>
              <a:srgbClr val="3C3A32"/>
            </a:solidFill>
            <a:prstDash val="solid"/>
          </a:ln>
        </p:spPr>
      </p:sp>
      <p:sp>
        <p:nvSpPr>
          <p:cNvPr id="12" name="Text 10"/>
          <p:cNvSpPr/>
          <p:nvPr/>
        </p:nvSpPr>
        <p:spPr>
          <a:xfrm>
            <a:off x="826889" y="2873871"/>
            <a:ext cx="3145536" cy="649224"/>
          </a:xfrm>
          <a:prstGeom prst="rect">
            <a:avLst/>
          </a:prstGeom>
          <a:noFill/>
          <a:ln/>
        </p:spPr>
        <p:txBody>
          <a:bodyPr vert="horz" wrap="square" lIns="0" tIns="0" rIns="0" bIns="0" rtlCol="0" anchor="t"/>
          <a:lstStyle/>
          <a:p>
            <a:pPr marL="0" indent="0" algn="l">
              <a:lnSpc>
                <a:spcPts val="1706"/>
              </a:lnSpc>
              <a:buNone/>
            </a:pPr>
            <a:r>
              <a:rPr lang="en-US" sz="1050" b="1" kern="0" spc="100" dirty="0">
                <a:solidFill>
                  <a:srgbClr val="3C3A32">
                    <a:alpha val="80000"/>
                  </a:srgbClr>
                </a:solidFill>
                <a:latin typeface="Nunito ExtraLight" pitchFamily="34" charset="0"/>
                <a:ea typeface="Nunito ExtraLight" pitchFamily="34" charset="-122"/>
                <a:cs typeface="Nunito ExtraLight" pitchFamily="34" charset="-120"/>
              </a:rPr>
              <a:t>RINCIAN BIAYA PNBP UNTUK KATEGORI UMKM DAN UMUM SESUAI KETENTUAN SEPTEMBER 2026.</a:t>
            </a:r>
            <a:endParaRPr lang="en-US" sz="1050" dirty="0"/>
          </a:p>
        </p:txBody>
      </p:sp>
      <p:sp>
        <p:nvSpPr>
          <p:cNvPr id="13" name="Text 11"/>
          <p:cNvSpPr/>
          <p:nvPr/>
        </p:nvSpPr>
        <p:spPr>
          <a:xfrm>
            <a:off x="607665" y="4018062"/>
            <a:ext cx="4032504" cy="301752"/>
          </a:xfrm>
          <a:prstGeom prst="rect">
            <a:avLst/>
          </a:prstGeom>
          <a:noFill/>
          <a:ln/>
        </p:spPr>
        <p:txBody>
          <a:bodyPr vert="horz" wrap="none" lIns="0" tIns="0" rIns="0" bIns="0" rtlCol="0" anchor="t">
            <a:normAutofit/>
          </a:bodyPr>
          <a:lstStyle/>
          <a:p>
            <a:pPr marL="0" indent="0" algn="l">
              <a:lnSpc>
                <a:spcPts val="2100"/>
              </a:lnSpc>
              <a:buNone/>
            </a:pPr>
            <a:r>
              <a:rPr lang="en-US" sz="1500" kern="0" spc="150" dirty="0">
                <a:solidFill>
                  <a:srgbClr val="3C3A32">
                    <a:alpha val="60000"/>
                  </a:srgbClr>
                </a:solidFill>
                <a:latin typeface="Nunito ExtraLight" pitchFamily="34" charset="0"/>
                <a:ea typeface="Nunito ExtraLight" pitchFamily="34" charset="-122"/>
                <a:cs typeface="Nunito ExtraLight" pitchFamily="34" charset="-120"/>
              </a:rPr>
              <a:t>PELINDUNGAN MEREK</a:t>
            </a:r>
            <a:endParaRPr lang="en-US" sz="1500" dirty="0"/>
          </a:p>
        </p:txBody>
      </p:sp>
      <p:sp>
        <p:nvSpPr>
          <p:cNvPr id="14" name="Text 12"/>
          <p:cNvSpPr/>
          <p:nvPr/>
        </p:nvSpPr>
        <p:spPr>
          <a:xfrm>
            <a:off x="5882580" y="819150"/>
            <a:ext cx="76200" cy="76200"/>
          </a:xfrm>
          <a:prstGeom prst="roundRect">
            <a:avLst>
              <a:gd name="adj" fmla="val 100000"/>
            </a:avLst>
          </a:prstGeom>
          <a:solidFill>
            <a:srgbClr val="CDEE9E"/>
          </a:solidFill>
          <a:ln/>
        </p:spPr>
        <p:txBody>
          <a:bodyPr wrap="square" rtlCol="0" anchor="ctr"/>
          <a:lstStyle/>
          <a:p>
            <a:pPr marL="0" indent="0">
              <a:buNone/>
            </a:pPr>
            <a:endParaRPr lang="en-US" dirty="0"/>
          </a:p>
        </p:txBody>
      </p:sp>
      <p:sp>
        <p:nvSpPr>
          <p:cNvPr id="15" name="Text 13"/>
          <p:cNvSpPr/>
          <p:nvPr/>
        </p:nvSpPr>
        <p:spPr>
          <a:xfrm>
            <a:off x="6109320" y="762000"/>
            <a:ext cx="3493008" cy="219456"/>
          </a:xfrm>
          <a:prstGeom prst="rect">
            <a:avLst/>
          </a:prstGeom>
          <a:noFill/>
          <a:ln/>
        </p:spPr>
        <p:txBody>
          <a:bodyPr vert="horz" wrap="none" lIns="0" tIns="0" rIns="0" bIns="0" rtlCol="0" anchor="t">
            <a:normAutofit/>
          </a:bodyPr>
          <a:lstStyle/>
          <a:p>
            <a:pPr marL="0" indent="0" algn="l">
              <a:lnSpc>
                <a:spcPts val="1500"/>
              </a:lnSpc>
              <a:buNone/>
            </a:pPr>
            <a:r>
              <a:rPr lang="en-US" sz="1050" b="1" kern="0" spc="310" dirty="0">
                <a:solidFill>
                  <a:srgbClr val="CDEE9E"/>
                </a:solidFill>
                <a:latin typeface="Nunito ExtraLight" pitchFamily="34" charset="0"/>
                <a:ea typeface="Nunito ExtraLight" pitchFamily="34" charset="-122"/>
                <a:cs typeface="Nunito ExtraLight" pitchFamily="34" charset="-120"/>
              </a:rPr>
              <a:t>KETENTUAN TARIF PNBP TERBARU</a:t>
            </a:r>
            <a:endParaRPr lang="en-US" sz="1050" dirty="0"/>
          </a:p>
        </p:txBody>
      </p:sp>
      <p:sp>
        <p:nvSpPr>
          <p:cNvPr id="16" name="Text 14"/>
          <p:cNvSpPr/>
          <p:nvPr/>
        </p:nvSpPr>
        <p:spPr>
          <a:xfrm>
            <a:off x="5882580" y="1409700"/>
            <a:ext cx="5547271" cy="1271588"/>
          </a:xfrm>
          <a:prstGeom prst="rect">
            <a:avLst/>
          </a:prstGeom>
          <a:solidFill>
            <a:srgbClr val="FFFFFF">
              <a:alpha val="5000"/>
            </a:srgbClr>
          </a:solidFill>
          <a:ln/>
        </p:spPr>
        <p:txBody>
          <a:bodyPr wrap="square" rtlCol="0" anchor="ctr"/>
          <a:lstStyle/>
          <a:p>
            <a:pPr marL="0" indent="0">
              <a:buNone/>
            </a:pPr>
            <a:endParaRPr lang="en-US" dirty="0"/>
          </a:p>
        </p:txBody>
      </p:sp>
      <p:sp>
        <p:nvSpPr>
          <p:cNvPr id="17" name="Shape 15"/>
          <p:cNvSpPr/>
          <p:nvPr/>
        </p:nvSpPr>
        <p:spPr>
          <a:xfrm>
            <a:off x="5882580" y="1409700"/>
            <a:ext cx="0" cy="1271588"/>
          </a:xfrm>
          <a:prstGeom prst="line">
            <a:avLst/>
          </a:prstGeom>
          <a:noFill/>
          <a:ln w="38100">
            <a:solidFill>
              <a:srgbClr val="CDEE9E"/>
            </a:solidFill>
            <a:prstDash val="solid"/>
          </a:ln>
        </p:spPr>
      </p:sp>
      <p:pic>
        <p:nvPicPr>
          <p:cNvPr id="18" name="Image 0" descr="image.png"/>
          <p:cNvPicPr>
            <a:picLocks noChangeAspect="1"/>
          </p:cNvPicPr>
          <p:nvPr/>
        </p:nvPicPr>
        <p:blipFill>
          <a:blip r:embed="rId3"/>
          <a:srcRect/>
          <a:stretch/>
        </p:blipFill>
        <p:spPr>
          <a:xfrm>
            <a:off x="6149280" y="1638300"/>
            <a:ext cx="257175" cy="304800"/>
          </a:xfrm>
          <a:prstGeom prst="rect">
            <a:avLst/>
          </a:prstGeom>
        </p:spPr>
      </p:pic>
      <p:sp>
        <p:nvSpPr>
          <p:cNvPr id="19" name="Text 16"/>
          <p:cNvSpPr/>
          <p:nvPr/>
        </p:nvSpPr>
        <p:spPr>
          <a:xfrm>
            <a:off x="6596955" y="1657350"/>
            <a:ext cx="1728216" cy="301752"/>
          </a:xfrm>
          <a:prstGeom prst="rect">
            <a:avLst/>
          </a:prstGeom>
          <a:noFill/>
          <a:ln/>
        </p:spPr>
        <p:txBody>
          <a:bodyPr vert="horz" wrap="none" lIns="0" tIns="0" rIns="0" bIns="0" rtlCol="0" anchor="t">
            <a:normAutofit/>
          </a:bodyPr>
          <a:lstStyle/>
          <a:p>
            <a:pPr marL="0" indent="0" algn="l">
              <a:lnSpc>
                <a:spcPts val="2100"/>
              </a:lnSpc>
              <a:buNone/>
            </a:pPr>
            <a:r>
              <a:rPr lang="en-US" sz="1500" b="1" dirty="0">
                <a:solidFill>
                  <a:srgbClr val="FFFFFF"/>
                </a:solidFill>
                <a:latin typeface="Pacifico" pitchFamily="34" charset="0"/>
                <a:ea typeface="Pacifico" pitchFamily="34" charset="-122"/>
                <a:cs typeface="Pacifico" pitchFamily="34" charset="-120"/>
              </a:rPr>
              <a:t>Kategori UMKM</a:t>
            </a:r>
            <a:endParaRPr lang="en-US" sz="1500" dirty="0"/>
          </a:p>
        </p:txBody>
      </p:sp>
      <p:sp>
        <p:nvSpPr>
          <p:cNvPr id="20" name="Text 17"/>
          <p:cNvSpPr/>
          <p:nvPr/>
        </p:nvSpPr>
        <p:spPr>
          <a:xfrm>
            <a:off x="6570241" y="2016919"/>
            <a:ext cx="4663440" cy="438912"/>
          </a:xfrm>
          <a:prstGeom prst="rect">
            <a:avLst/>
          </a:prstGeom>
          <a:noFill/>
          <a:ln/>
        </p:spPr>
        <p:txBody>
          <a:bodyPr vert="horz" wrap="square" lIns="0" tIns="0" rIns="0" bIns="0" rtlCol="0" anchor="t"/>
          <a:lstStyle/>
          <a:p>
            <a:pPr marL="0" indent="0" algn="l">
              <a:lnSpc>
                <a:spcPts val="1706"/>
              </a:lnSpc>
              <a:buNone/>
            </a:pPr>
            <a:r>
              <a:rPr lang="en-US" sz="1050" dirty="0">
                <a:solidFill>
                  <a:srgbClr val="D1D5DB">
                    <a:alpha val="80000"/>
                  </a:srgbClr>
                </a:solidFill>
                <a:latin typeface="Nunito ExtraLight" pitchFamily="34" charset="0"/>
                <a:ea typeface="Nunito ExtraLight" pitchFamily="34" charset="-122"/>
                <a:cs typeface="Nunito ExtraLight" pitchFamily="34" charset="-120"/>
              </a:rPr>
              <a:t>Rp500.000 per kelas (online). Wajib melampirkan dokumen pendukung UMKM yang valid untuk mendapatkan tarif khusus ini.</a:t>
            </a:r>
            <a:endParaRPr lang="en-US" sz="1050" dirty="0"/>
          </a:p>
        </p:txBody>
      </p:sp>
      <p:sp>
        <p:nvSpPr>
          <p:cNvPr id="21" name="Text 18"/>
          <p:cNvSpPr/>
          <p:nvPr/>
        </p:nvSpPr>
        <p:spPr>
          <a:xfrm>
            <a:off x="5882580" y="2909888"/>
            <a:ext cx="5547271" cy="1271588"/>
          </a:xfrm>
          <a:prstGeom prst="rect">
            <a:avLst/>
          </a:prstGeom>
          <a:solidFill>
            <a:srgbClr val="FFFFFF">
              <a:alpha val="5000"/>
            </a:srgbClr>
          </a:solidFill>
          <a:ln/>
        </p:spPr>
        <p:txBody>
          <a:bodyPr wrap="square" rtlCol="0" anchor="ctr"/>
          <a:lstStyle/>
          <a:p>
            <a:pPr marL="0" indent="0">
              <a:buNone/>
            </a:pPr>
            <a:endParaRPr lang="en-US" dirty="0"/>
          </a:p>
        </p:txBody>
      </p:sp>
      <p:sp>
        <p:nvSpPr>
          <p:cNvPr id="22" name="Shape 19"/>
          <p:cNvSpPr/>
          <p:nvPr/>
        </p:nvSpPr>
        <p:spPr>
          <a:xfrm>
            <a:off x="5882580" y="2909888"/>
            <a:ext cx="0" cy="1271587"/>
          </a:xfrm>
          <a:prstGeom prst="line">
            <a:avLst/>
          </a:prstGeom>
          <a:noFill/>
          <a:ln w="38100">
            <a:solidFill>
              <a:srgbClr val="CDEE9E"/>
            </a:solidFill>
            <a:prstDash val="solid"/>
          </a:ln>
        </p:spPr>
      </p:sp>
      <p:pic>
        <p:nvPicPr>
          <p:cNvPr id="23" name="Image 1" descr="image.png"/>
          <p:cNvPicPr>
            <a:picLocks noChangeAspect="1"/>
          </p:cNvPicPr>
          <p:nvPr/>
        </p:nvPicPr>
        <p:blipFill>
          <a:blip r:embed="rId4"/>
          <a:srcRect/>
          <a:stretch/>
        </p:blipFill>
        <p:spPr>
          <a:xfrm>
            <a:off x="6149280" y="3138488"/>
            <a:ext cx="171450" cy="304800"/>
          </a:xfrm>
          <a:prstGeom prst="rect">
            <a:avLst/>
          </a:prstGeom>
        </p:spPr>
      </p:pic>
      <p:sp>
        <p:nvSpPr>
          <p:cNvPr id="24" name="Text 20"/>
          <p:cNvSpPr/>
          <p:nvPr/>
        </p:nvSpPr>
        <p:spPr>
          <a:xfrm>
            <a:off x="6511230" y="3157538"/>
            <a:ext cx="1435608" cy="301752"/>
          </a:xfrm>
          <a:prstGeom prst="rect">
            <a:avLst/>
          </a:prstGeom>
          <a:noFill/>
          <a:ln/>
        </p:spPr>
        <p:txBody>
          <a:bodyPr vert="horz" wrap="none" lIns="0" tIns="0" rIns="0" bIns="0" rtlCol="0" anchor="t">
            <a:normAutofit/>
          </a:bodyPr>
          <a:lstStyle/>
          <a:p>
            <a:pPr marL="0" indent="0" algn="l">
              <a:lnSpc>
                <a:spcPts val="2100"/>
              </a:lnSpc>
              <a:buNone/>
            </a:pPr>
            <a:r>
              <a:rPr lang="en-US" sz="1500" b="1" dirty="0">
                <a:solidFill>
                  <a:srgbClr val="FFFFFF"/>
                </a:solidFill>
                <a:latin typeface="Pacifico" pitchFamily="34" charset="0"/>
                <a:ea typeface="Pacifico" pitchFamily="34" charset="-122"/>
                <a:cs typeface="Pacifico" pitchFamily="34" charset="-120"/>
              </a:rPr>
              <a:t>Kategori Umum</a:t>
            </a:r>
            <a:endParaRPr lang="en-US" sz="1500" dirty="0"/>
          </a:p>
        </p:txBody>
      </p:sp>
      <p:sp>
        <p:nvSpPr>
          <p:cNvPr id="25" name="Text 21"/>
          <p:cNvSpPr/>
          <p:nvPr/>
        </p:nvSpPr>
        <p:spPr>
          <a:xfrm>
            <a:off x="6570241" y="3517106"/>
            <a:ext cx="4663440" cy="438912"/>
          </a:xfrm>
          <a:prstGeom prst="rect">
            <a:avLst/>
          </a:prstGeom>
          <a:noFill/>
          <a:ln/>
        </p:spPr>
        <p:txBody>
          <a:bodyPr vert="horz" wrap="square" lIns="0" tIns="0" rIns="0" bIns="0" rtlCol="0" anchor="t"/>
          <a:lstStyle/>
          <a:p>
            <a:pPr marL="0" indent="0" algn="l">
              <a:lnSpc>
                <a:spcPts val="1706"/>
              </a:lnSpc>
              <a:buNone/>
            </a:pPr>
            <a:r>
              <a:rPr lang="en-US" sz="1050" dirty="0">
                <a:solidFill>
                  <a:srgbClr val="D1D5DB">
                    <a:alpha val="80000"/>
                  </a:srgbClr>
                </a:solidFill>
                <a:latin typeface="Nunito ExtraLight" pitchFamily="34" charset="0"/>
                <a:ea typeface="Nunito ExtraLight" pitchFamily="34" charset="-122"/>
                <a:cs typeface="Nunito ExtraLight" pitchFamily="34" charset="-120"/>
              </a:rPr>
              <a:t>Rp1.800.000 per kelas (online). Berlaku untuk pemohon non-UMKM dengan sistem perhitungan biaya kelipatan per kelas tambahan.</a:t>
            </a:r>
            <a:endParaRPr lang="en-US" sz="1050" dirty="0"/>
          </a:p>
        </p:txBody>
      </p:sp>
      <p:sp>
        <p:nvSpPr>
          <p:cNvPr id="26" name="Text 22"/>
          <p:cNvSpPr/>
          <p:nvPr/>
        </p:nvSpPr>
        <p:spPr>
          <a:xfrm>
            <a:off x="5882580" y="4410075"/>
            <a:ext cx="5547271" cy="1271588"/>
          </a:xfrm>
          <a:prstGeom prst="rect">
            <a:avLst/>
          </a:prstGeom>
          <a:solidFill>
            <a:srgbClr val="FFFFFF">
              <a:alpha val="5000"/>
            </a:srgbClr>
          </a:solidFill>
          <a:ln/>
        </p:spPr>
        <p:txBody>
          <a:bodyPr wrap="square" rtlCol="0" anchor="ctr"/>
          <a:lstStyle/>
          <a:p>
            <a:pPr marL="0" indent="0">
              <a:buNone/>
            </a:pPr>
            <a:endParaRPr lang="en-US" dirty="0"/>
          </a:p>
        </p:txBody>
      </p:sp>
      <p:sp>
        <p:nvSpPr>
          <p:cNvPr id="27" name="Shape 23"/>
          <p:cNvSpPr/>
          <p:nvPr/>
        </p:nvSpPr>
        <p:spPr>
          <a:xfrm>
            <a:off x="5882580" y="4410075"/>
            <a:ext cx="0" cy="1271588"/>
          </a:xfrm>
          <a:prstGeom prst="line">
            <a:avLst/>
          </a:prstGeom>
          <a:noFill/>
          <a:ln w="38100">
            <a:solidFill>
              <a:srgbClr val="CDEE9E"/>
            </a:solidFill>
            <a:prstDash val="solid"/>
          </a:ln>
        </p:spPr>
      </p:sp>
      <p:pic>
        <p:nvPicPr>
          <p:cNvPr id="28" name="Image 2" descr="image.png"/>
          <p:cNvPicPr>
            <a:picLocks noChangeAspect="1"/>
          </p:cNvPicPr>
          <p:nvPr/>
        </p:nvPicPr>
        <p:blipFill>
          <a:blip r:embed="rId5"/>
          <a:srcRect/>
          <a:stretch/>
        </p:blipFill>
        <p:spPr>
          <a:xfrm>
            <a:off x="6149280" y="4638675"/>
            <a:ext cx="171450" cy="304800"/>
          </a:xfrm>
          <a:prstGeom prst="rect">
            <a:avLst/>
          </a:prstGeom>
        </p:spPr>
      </p:pic>
      <p:sp>
        <p:nvSpPr>
          <p:cNvPr id="29" name="Text 24"/>
          <p:cNvSpPr/>
          <p:nvPr/>
        </p:nvSpPr>
        <p:spPr>
          <a:xfrm>
            <a:off x="6511230" y="4657725"/>
            <a:ext cx="1837944" cy="301752"/>
          </a:xfrm>
          <a:prstGeom prst="rect">
            <a:avLst/>
          </a:prstGeom>
          <a:noFill/>
          <a:ln/>
        </p:spPr>
        <p:txBody>
          <a:bodyPr vert="horz" wrap="none" lIns="0" tIns="0" rIns="0" bIns="0" rtlCol="0" anchor="t">
            <a:normAutofit/>
          </a:bodyPr>
          <a:lstStyle/>
          <a:p>
            <a:pPr marL="0" indent="0" algn="l">
              <a:lnSpc>
                <a:spcPts val="2100"/>
              </a:lnSpc>
              <a:buNone/>
            </a:pPr>
            <a:r>
              <a:rPr lang="en-US" sz="1500" b="1" dirty="0">
                <a:solidFill>
                  <a:srgbClr val="FFFFFF"/>
                </a:solidFill>
                <a:latin typeface="Pacifico" pitchFamily="34" charset="0"/>
                <a:ea typeface="Pacifico" pitchFamily="34" charset="-122"/>
                <a:cs typeface="Pacifico" pitchFamily="34" charset="-120"/>
              </a:rPr>
              <a:t>Sistem Multi-Kelas</a:t>
            </a:r>
            <a:endParaRPr lang="en-US" sz="1500" dirty="0"/>
          </a:p>
        </p:txBody>
      </p:sp>
      <p:sp>
        <p:nvSpPr>
          <p:cNvPr id="30" name="Text 25"/>
          <p:cNvSpPr/>
          <p:nvPr/>
        </p:nvSpPr>
        <p:spPr>
          <a:xfrm>
            <a:off x="6570241" y="5017294"/>
            <a:ext cx="4663440" cy="438912"/>
          </a:xfrm>
          <a:prstGeom prst="rect">
            <a:avLst/>
          </a:prstGeom>
          <a:noFill/>
          <a:ln/>
        </p:spPr>
        <p:txBody>
          <a:bodyPr vert="horz" wrap="square" lIns="0" tIns="0" rIns="0" bIns="0" rtlCol="0" anchor="t"/>
          <a:lstStyle/>
          <a:p>
            <a:pPr marL="0" indent="0" algn="l">
              <a:lnSpc>
                <a:spcPts val="1706"/>
              </a:lnSpc>
              <a:buNone/>
            </a:pPr>
            <a:r>
              <a:rPr lang="en-US" sz="1050" dirty="0">
                <a:solidFill>
                  <a:srgbClr val="D1D5DB">
                    <a:alpha val="80000"/>
                  </a:srgbClr>
                </a:solidFill>
                <a:latin typeface="Nunito ExtraLight" pitchFamily="34" charset="0"/>
                <a:ea typeface="Nunito ExtraLight" pitchFamily="34" charset="-122"/>
                <a:cs typeface="Nunito ExtraLight" pitchFamily="34" charset="-120"/>
              </a:rPr>
              <a:t>Biaya dihitung per kelas barang/jasa. Permohonan dengan beberapa kelas akan dikenakan biaya tambahan sesuai kategori pemohon.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905750" y="0"/>
            <a:ext cx="4286250" cy="4286250"/>
          </a:xfrm>
          <a:prstGeom prst="rect">
            <a:avLst/>
          </a:prstGeom>
          <a:solidFill>
            <a:srgbClr val="CDEE9E">
              <a:alpha val="20000"/>
            </a:srgbClr>
          </a:solidFill>
          <a:ln/>
        </p:spPr>
        <p:txBody>
          <a:bodyPr wrap="square" rtlCol="0" anchor="ctr"/>
          <a:lstStyle/>
          <a:p>
            <a:pPr marL="0" indent="0">
              <a:buNone/>
            </a:pPr>
            <a:endParaRPr lang="en-US" dirty="0"/>
          </a:p>
        </p:txBody>
      </p:sp>
      <p:sp>
        <p:nvSpPr>
          <p:cNvPr id="3" name="Text 1"/>
          <p:cNvSpPr/>
          <p:nvPr/>
        </p:nvSpPr>
        <p:spPr>
          <a:xfrm>
            <a:off x="0" y="0"/>
            <a:ext cx="12192000" cy="6858000"/>
          </a:xfrm>
          <a:prstGeom prst="rect">
            <a:avLst/>
          </a:prstGeom>
          <a:solidFill>
            <a:srgbClr val="FFFFFF"/>
          </a:solidFill>
          <a:ln/>
        </p:spPr>
        <p:txBody>
          <a:bodyPr wrap="square" rtlCol="0" anchor="ctr"/>
          <a:lstStyle/>
          <a:p>
            <a:pPr marL="0" indent="0">
              <a:buNone/>
            </a:pPr>
            <a:endParaRPr lang="en-US" dirty="0"/>
          </a:p>
        </p:txBody>
      </p:sp>
      <p:sp>
        <p:nvSpPr>
          <p:cNvPr id="4" name="Text 2"/>
          <p:cNvSpPr/>
          <p:nvPr/>
        </p:nvSpPr>
        <p:spPr>
          <a:xfrm>
            <a:off x="610567" y="457200"/>
            <a:ext cx="1188720" cy="301752"/>
          </a:xfrm>
          <a:prstGeom prst="rect">
            <a:avLst/>
          </a:prstGeom>
          <a:noFill/>
          <a:ln/>
        </p:spPr>
        <p:txBody>
          <a:bodyPr vert="horz" wrap="none" lIns="0" tIns="0" rIns="0" bIns="0" rtlCol="0" anchor="t">
            <a:normAutofit/>
          </a:bodyPr>
          <a:lstStyle/>
          <a:p>
            <a:pPr marL="0" indent="0" algn="l">
              <a:lnSpc>
                <a:spcPts val="2100"/>
              </a:lnSpc>
              <a:buNone/>
            </a:pPr>
            <a:r>
              <a:rPr lang="en-US" sz="1500" b="1" kern="0" spc="180" dirty="0">
                <a:solidFill>
                  <a:srgbClr val="3C3A32"/>
                </a:solidFill>
                <a:latin typeface="Nunito ExtraLight" pitchFamily="34" charset="0"/>
                <a:ea typeface="Nunito ExtraLight" pitchFamily="34" charset="-122"/>
                <a:cs typeface="Nunito ExtraLight" pitchFamily="34" charset="-120"/>
              </a:rPr>
              <a:t>STRATEGI</a:t>
            </a:r>
            <a:endParaRPr lang="en-US" sz="1500" dirty="0"/>
          </a:p>
        </p:txBody>
      </p:sp>
      <p:sp>
        <p:nvSpPr>
          <p:cNvPr id="5" name="Text 3"/>
          <p:cNvSpPr/>
          <p:nvPr/>
        </p:nvSpPr>
        <p:spPr>
          <a:xfrm>
            <a:off x="1840260" y="514350"/>
            <a:ext cx="9525" cy="152400"/>
          </a:xfrm>
          <a:prstGeom prst="rect">
            <a:avLst/>
          </a:prstGeom>
          <a:solidFill>
            <a:srgbClr val="3C3A32">
              <a:alpha val="30000"/>
            </a:srgbClr>
          </a:solidFill>
          <a:ln/>
        </p:spPr>
        <p:txBody>
          <a:bodyPr wrap="square" rtlCol="0" anchor="ctr"/>
          <a:lstStyle/>
          <a:p>
            <a:pPr marL="0" indent="0">
              <a:buNone/>
            </a:pPr>
            <a:endParaRPr lang="en-US" dirty="0"/>
          </a:p>
        </p:txBody>
      </p:sp>
      <p:sp>
        <p:nvSpPr>
          <p:cNvPr id="6" name="Text 4"/>
          <p:cNvSpPr/>
          <p:nvPr/>
        </p:nvSpPr>
        <p:spPr>
          <a:xfrm>
            <a:off x="1963192" y="457200"/>
            <a:ext cx="1307592" cy="301752"/>
          </a:xfrm>
          <a:prstGeom prst="rect">
            <a:avLst/>
          </a:prstGeom>
          <a:noFill/>
          <a:ln/>
        </p:spPr>
        <p:txBody>
          <a:bodyPr vert="horz" wrap="none" lIns="0" tIns="0" rIns="0" bIns="0" rtlCol="0" anchor="t">
            <a:normAutofit/>
          </a:bodyPr>
          <a:lstStyle/>
          <a:p>
            <a:pPr marL="0" indent="0" algn="l">
              <a:lnSpc>
                <a:spcPts val="2100"/>
              </a:lnSpc>
              <a:buNone/>
            </a:pPr>
            <a:r>
              <a:rPr lang="en-US" sz="1350" kern="0" spc="130" dirty="0">
                <a:solidFill>
                  <a:srgbClr val="3C3A32">
                    <a:alpha val="80000"/>
                  </a:srgbClr>
                </a:solidFill>
                <a:latin typeface="Nunito ExtraLight" pitchFamily="34" charset="0"/>
                <a:ea typeface="Nunito ExtraLight" pitchFamily="34" charset="-122"/>
                <a:cs typeface="Nunito ExtraLight" pitchFamily="34" charset="-120"/>
              </a:rPr>
              <a:t>ERA DIGITAL</a:t>
            </a:r>
            <a:endParaRPr lang="en-US" sz="1350" dirty="0"/>
          </a:p>
        </p:txBody>
      </p:sp>
      <p:sp>
        <p:nvSpPr>
          <p:cNvPr id="7" name="Text 5"/>
          <p:cNvSpPr/>
          <p:nvPr/>
        </p:nvSpPr>
        <p:spPr>
          <a:xfrm>
            <a:off x="609600" y="1181100"/>
            <a:ext cx="609600" cy="38100"/>
          </a:xfrm>
          <a:prstGeom prst="rect">
            <a:avLst/>
          </a:prstGeom>
          <a:solidFill>
            <a:srgbClr val="CDEE9E"/>
          </a:solidFill>
          <a:ln/>
        </p:spPr>
        <p:txBody>
          <a:bodyPr wrap="square" rtlCol="0" anchor="ctr"/>
          <a:lstStyle/>
          <a:p>
            <a:pPr marL="0" indent="0">
              <a:buNone/>
            </a:pPr>
            <a:endParaRPr lang="en-US" dirty="0"/>
          </a:p>
        </p:txBody>
      </p:sp>
      <p:sp>
        <p:nvSpPr>
          <p:cNvPr id="8" name="Text 6"/>
          <p:cNvSpPr/>
          <p:nvPr/>
        </p:nvSpPr>
        <p:spPr>
          <a:xfrm>
            <a:off x="609600" y="1372493"/>
            <a:ext cx="11119104" cy="1179576"/>
          </a:xfrm>
          <a:prstGeom prst="rect">
            <a:avLst/>
          </a:prstGeom>
          <a:noFill/>
          <a:ln/>
        </p:spPr>
        <p:txBody>
          <a:bodyPr vert="horz" wrap="square" lIns="0" tIns="0" rIns="0" bIns="0" rtlCol="0" anchor="t"/>
          <a:lstStyle/>
          <a:p>
            <a:pPr marL="0" indent="0" algn="l">
              <a:lnSpc>
                <a:spcPts val="5016"/>
              </a:lnSpc>
              <a:buNone/>
            </a:pPr>
            <a:r>
              <a:rPr lang="en-US" sz="4560" kern="0" spc="-120" dirty="0">
                <a:solidFill>
                  <a:srgbClr val="3C3A32"/>
                </a:solidFill>
                <a:latin typeface="Pacifico" pitchFamily="34" charset="0"/>
                <a:ea typeface="Pacifico" pitchFamily="34" charset="-122"/>
                <a:cs typeface="Pacifico" pitchFamily="34" charset="-120"/>
              </a:rPr>
              <a:t>Analisis Nice Classification </a:t>
            </a:r>
            <a:endParaRPr lang="en-US" sz="4560" dirty="0"/>
          </a:p>
          <a:p>
            <a:pPr marL="0" indent="0" algn="l">
              <a:lnSpc>
                <a:spcPts val="4224"/>
              </a:lnSpc>
              <a:buNone/>
            </a:pPr>
            <a:r>
              <a:rPr lang="en-US" sz="3840" kern="0" spc="-120" dirty="0">
                <a:solidFill>
                  <a:srgbClr val="3C3A32"/>
                </a:solidFill>
                <a:latin typeface="Pacifico" pitchFamily="34" charset="0"/>
                <a:ea typeface="Pacifico" pitchFamily="34" charset="-122"/>
                <a:cs typeface="Pacifico" pitchFamily="34" charset="-120"/>
              </a:rPr>
              <a:t>untuk Bisnis Digital.</a:t>
            </a:r>
            <a:endParaRPr lang="en-US" sz="4560" dirty="0"/>
          </a:p>
        </p:txBody>
      </p:sp>
      <p:sp>
        <p:nvSpPr>
          <p:cNvPr id="9" name="Text 7"/>
          <p:cNvSpPr/>
          <p:nvPr/>
        </p:nvSpPr>
        <p:spPr>
          <a:xfrm>
            <a:off x="609600" y="3002161"/>
            <a:ext cx="3454301" cy="2941439"/>
          </a:xfrm>
          <a:prstGeom prst="roundRect">
            <a:avLst>
              <a:gd name="adj" fmla="val 5181"/>
            </a:avLst>
          </a:prstGeom>
          <a:solidFill>
            <a:srgbClr val="F8F9F5"/>
          </a:solidFill>
          <a:ln w="9525">
            <a:solidFill>
              <a:srgbClr val="F3F4F6"/>
            </a:solidFill>
          </a:ln>
        </p:spPr>
        <p:txBody>
          <a:bodyPr wrap="square" rtlCol="0" anchor="ctr"/>
          <a:lstStyle/>
          <a:p>
            <a:pPr marL="0" indent="0">
              <a:buNone/>
            </a:pPr>
            <a:endParaRPr lang="en-US" dirty="0"/>
          </a:p>
        </p:txBody>
      </p:sp>
      <p:sp>
        <p:nvSpPr>
          <p:cNvPr id="10" name="Shape 8"/>
          <p:cNvSpPr/>
          <p:nvPr/>
        </p:nvSpPr>
        <p:spPr>
          <a:xfrm>
            <a:off x="923925" y="3668911"/>
            <a:ext cx="1419225" cy="0"/>
          </a:xfrm>
          <a:prstGeom prst="line">
            <a:avLst/>
          </a:prstGeom>
          <a:noFill/>
          <a:ln w="19050">
            <a:solidFill>
              <a:srgbClr val="E5E7EB"/>
            </a:solidFill>
            <a:prstDash val="solid"/>
          </a:ln>
        </p:spPr>
      </p:sp>
      <p:sp>
        <p:nvSpPr>
          <p:cNvPr id="11" name="Text 9"/>
          <p:cNvSpPr/>
          <p:nvPr/>
        </p:nvSpPr>
        <p:spPr>
          <a:xfrm>
            <a:off x="923925" y="3316486"/>
            <a:ext cx="1508760" cy="338328"/>
          </a:xfrm>
          <a:prstGeom prst="rect">
            <a:avLst/>
          </a:prstGeom>
          <a:noFill/>
          <a:ln/>
        </p:spPr>
        <p:txBody>
          <a:bodyPr vert="horz" wrap="none" lIns="0" tIns="0" rIns="0" bIns="0" rtlCol="0" anchor="t">
            <a:normAutofit/>
          </a:bodyPr>
          <a:lstStyle/>
          <a:p>
            <a:pPr marL="0" indent="0" algn="l">
              <a:lnSpc>
                <a:spcPts val="2400"/>
              </a:lnSpc>
              <a:buNone/>
            </a:pPr>
            <a:r>
              <a:rPr lang="en-US" sz="1800" dirty="0">
                <a:solidFill>
                  <a:srgbClr val="3C3A32"/>
                </a:solidFill>
                <a:latin typeface="Pacifico" pitchFamily="34" charset="0"/>
                <a:ea typeface="Pacifico" pitchFamily="34" charset="-122"/>
                <a:cs typeface="Pacifico" pitchFamily="34" charset="-120"/>
              </a:rPr>
              <a:t>Sistem Global</a:t>
            </a:r>
            <a:endParaRPr lang="en-US" sz="1800" dirty="0"/>
          </a:p>
        </p:txBody>
      </p:sp>
      <p:sp>
        <p:nvSpPr>
          <p:cNvPr id="12" name="Text 10"/>
          <p:cNvSpPr/>
          <p:nvPr/>
        </p:nvSpPr>
        <p:spPr>
          <a:xfrm>
            <a:off x="3368576" y="3316486"/>
            <a:ext cx="381000" cy="381000"/>
          </a:xfrm>
          <a:prstGeom prst="roundRect">
            <a:avLst>
              <a:gd name="adj" fmla="val 100000"/>
            </a:avLst>
          </a:prstGeom>
          <a:noFill/>
          <a:ln w="9525">
            <a:solidFill>
              <a:srgbClr val="3C3A32"/>
            </a:solidFill>
          </a:ln>
        </p:spPr>
        <p:txBody>
          <a:bodyPr wrap="square" rtlCol="0" anchor="ctr"/>
          <a:lstStyle/>
          <a:p>
            <a:pPr marL="0" indent="0">
              <a:buNone/>
            </a:pPr>
            <a:endParaRPr lang="en-US" dirty="0"/>
          </a:p>
        </p:txBody>
      </p:sp>
      <p:sp>
        <p:nvSpPr>
          <p:cNvPr id="13" name="Text 11"/>
          <p:cNvSpPr/>
          <p:nvPr/>
        </p:nvSpPr>
        <p:spPr>
          <a:xfrm>
            <a:off x="3368576" y="3316486"/>
            <a:ext cx="420624" cy="384048"/>
          </a:xfrm>
          <a:prstGeom prst="rect">
            <a:avLst/>
          </a:prstGeom>
          <a:noFill/>
          <a:ln/>
        </p:spPr>
        <p:txBody>
          <a:bodyPr vert="horz" wrap="square" lIns="0" tIns="0" rIns="0" bIns="0" rtlCol="0" anchor="ctr"/>
          <a:lstStyle/>
          <a:p>
            <a:pPr marL="0" indent="0" algn="ctr">
              <a:lnSpc>
                <a:spcPts val="1575"/>
              </a:lnSpc>
              <a:buNone/>
            </a:pPr>
            <a:r>
              <a:rPr lang="en-US" sz="1050" b="1" dirty="0">
                <a:solidFill>
                  <a:srgbClr val="3C3A32"/>
                </a:solidFill>
                <a:latin typeface="Nunito ExtraLight" pitchFamily="34" charset="0"/>
                <a:ea typeface="Nunito ExtraLight" pitchFamily="34" charset="-122"/>
                <a:cs typeface="Nunito ExtraLight" pitchFamily="34" charset="-120"/>
              </a:rPr>
              <a:t>01</a:t>
            </a:r>
            <a:endParaRPr lang="en-US" sz="1050" dirty="0"/>
          </a:p>
        </p:txBody>
      </p:sp>
      <p:sp>
        <p:nvSpPr>
          <p:cNvPr id="14" name="Text 12"/>
          <p:cNvSpPr/>
          <p:nvPr/>
        </p:nvSpPr>
        <p:spPr>
          <a:xfrm>
            <a:off x="924892" y="4204990"/>
            <a:ext cx="1014984" cy="384048"/>
          </a:xfrm>
          <a:prstGeom prst="rect">
            <a:avLst/>
          </a:prstGeom>
          <a:noFill/>
          <a:ln/>
        </p:spPr>
        <p:txBody>
          <a:bodyPr vert="horz" wrap="none" lIns="0" tIns="0" rIns="0" bIns="0" rtlCol="0" anchor="t">
            <a:normAutofit/>
          </a:bodyPr>
          <a:lstStyle/>
          <a:p>
            <a:pPr marL="0" indent="0" algn="l">
              <a:lnSpc>
                <a:spcPts val="2700"/>
              </a:lnSpc>
              <a:buNone/>
            </a:pPr>
            <a:r>
              <a:rPr lang="en-US" sz="2700" b="1" kern="0" spc="-140" dirty="0">
                <a:solidFill>
                  <a:srgbClr val="3C3A32"/>
                </a:solidFill>
                <a:latin typeface="Nunito ExtraLight" pitchFamily="34" charset="0"/>
                <a:ea typeface="Nunito ExtraLight" pitchFamily="34" charset="-122"/>
                <a:cs typeface="Nunito ExtraLight" pitchFamily="34" charset="-120"/>
              </a:rPr>
              <a:t>Ed. 13</a:t>
            </a:r>
            <a:endParaRPr lang="en-US" sz="2700" dirty="0"/>
          </a:p>
        </p:txBody>
      </p:sp>
      <p:sp>
        <p:nvSpPr>
          <p:cNvPr id="15" name="Text 13"/>
          <p:cNvSpPr/>
          <p:nvPr/>
        </p:nvSpPr>
        <p:spPr>
          <a:xfrm>
            <a:off x="922288" y="4980384"/>
            <a:ext cx="2871216" cy="649224"/>
          </a:xfrm>
          <a:prstGeom prst="rect">
            <a:avLst/>
          </a:prstGeom>
          <a:noFill/>
          <a:ln/>
        </p:spPr>
        <p:txBody>
          <a:bodyPr vert="horz" wrap="square" lIns="0" tIns="0" rIns="0" bIns="0" rtlCol="0" anchor="t"/>
          <a:lstStyle/>
          <a:p>
            <a:pPr marL="0" indent="0" algn="l">
              <a:lnSpc>
                <a:spcPts val="1706"/>
              </a:lnSpc>
              <a:buNone/>
            </a:pPr>
            <a:r>
              <a:rPr lang="en-US" sz="1050" dirty="0">
                <a:solidFill>
                  <a:srgbClr val="374151"/>
                </a:solidFill>
                <a:latin typeface="Nunito ExtraLight" pitchFamily="34" charset="0"/>
                <a:ea typeface="Nunito ExtraLight" pitchFamily="34" charset="-122"/>
                <a:cs typeface="Nunito ExtraLight" pitchFamily="34" charset="-120"/>
              </a:rPr>
              <a:t>WIPO akan menerapkan edisi ke-13 pada 1 Januari 2026 guna memperkuat proteksi hukum merek internasional.</a:t>
            </a:r>
            <a:endParaRPr lang="en-US" sz="1050" dirty="0"/>
          </a:p>
        </p:txBody>
      </p:sp>
      <p:sp>
        <p:nvSpPr>
          <p:cNvPr id="16" name="Text 14"/>
          <p:cNvSpPr/>
          <p:nvPr/>
        </p:nvSpPr>
        <p:spPr>
          <a:xfrm>
            <a:off x="4368701" y="3002161"/>
            <a:ext cx="3454450" cy="2941439"/>
          </a:xfrm>
          <a:prstGeom prst="roundRect">
            <a:avLst>
              <a:gd name="adj" fmla="val 5181"/>
            </a:avLst>
          </a:prstGeom>
          <a:solidFill>
            <a:srgbClr val="CDEE9E"/>
          </a:solidFill>
          <a:ln/>
        </p:spPr>
        <p:txBody>
          <a:bodyPr wrap="square" rtlCol="0" anchor="ctr"/>
          <a:lstStyle/>
          <a:p>
            <a:pPr marL="0" indent="0">
              <a:buNone/>
            </a:pPr>
            <a:endParaRPr lang="en-US" dirty="0"/>
          </a:p>
        </p:txBody>
      </p:sp>
      <p:sp>
        <p:nvSpPr>
          <p:cNvPr id="17" name="Shape 15"/>
          <p:cNvSpPr/>
          <p:nvPr/>
        </p:nvSpPr>
        <p:spPr>
          <a:xfrm>
            <a:off x="4673501" y="3659386"/>
            <a:ext cx="1733550" cy="0"/>
          </a:xfrm>
          <a:prstGeom prst="line">
            <a:avLst/>
          </a:prstGeom>
          <a:noFill/>
          <a:ln w="19050">
            <a:solidFill>
              <a:srgbClr val="E5E7EB"/>
            </a:solidFill>
            <a:prstDash val="solid"/>
          </a:ln>
        </p:spPr>
      </p:sp>
      <p:sp>
        <p:nvSpPr>
          <p:cNvPr id="18" name="Text 16"/>
          <p:cNvSpPr/>
          <p:nvPr/>
        </p:nvSpPr>
        <p:spPr>
          <a:xfrm>
            <a:off x="4673501" y="3306961"/>
            <a:ext cx="1828800" cy="338328"/>
          </a:xfrm>
          <a:prstGeom prst="rect">
            <a:avLst/>
          </a:prstGeom>
          <a:noFill/>
          <a:ln/>
        </p:spPr>
        <p:txBody>
          <a:bodyPr vert="horz" wrap="none" lIns="0" tIns="0" rIns="0" bIns="0" rtlCol="0" anchor="t">
            <a:normAutofit/>
          </a:bodyPr>
          <a:lstStyle/>
          <a:p>
            <a:pPr marL="0" indent="0" algn="l">
              <a:lnSpc>
                <a:spcPts val="2400"/>
              </a:lnSpc>
              <a:buNone/>
            </a:pPr>
            <a:r>
              <a:rPr lang="en-US" sz="1800" dirty="0">
                <a:solidFill>
                  <a:srgbClr val="3C3A32"/>
                </a:solidFill>
                <a:latin typeface="Pacifico" pitchFamily="34" charset="0"/>
                <a:ea typeface="Pacifico" pitchFamily="34" charset="-122"/>
                <a:cs typeface="Pacifico" pitchFamily="34" charset="-120"/>
              </a:rPr>
              <a:t>Ketepatan Kelas</a:t>
            </a:r>
            <a:endParaRPr lang="en-US" sz="1800" dirty="0"/>
          </a:p>
        </p:txBody>
      </p:sp>
      <p:sp>
        <p:nvSpPr>
          <p:cNvPr id="19" name="Text 17"/>
          <p:cNvSpPr/>
          <p:nvPr/>
        </p:nvSpPr>
        <p:spPr>
          <a:xfrm>
            <a:off x="7137350" y="3306961"/>
            <a:ext cx="381000" cy="381000"/>
          </a:xfrm>
          <a:prstGeom prst="roundRect">
            <a:avLst>
              <a:gd name="adj" fmla="val 100000"/>
            </a:avLst>
          </a:prstGeom>
          <a:solidFill>
            <a:srgbClr val="FFFFFF">
              <a:alpha val="30000"/>
            </a:srgbClr>
          </a:solidFill>
          <a:ln w="9525">
            <a:solidFill>
              <a:srgbClr val="3C3A32"/>
            </a:solidFill>
          </a:ln>
        </p:spPr>
        <p:txBody>
          <a:bodyPr wrap="square" rtlCol="0" anchor="ctr"/>
          <a:lstStyle/>
          <a:p>
            <a:pPr marL="0" indent="0">
              <a:buNone/>
            </a:pPr>
            <a:endParaRPr lang="en-US" dirty="0"/>
          </a:p>
        </p:txBody>
      </p:sp>
      <p:sp>
        <p:nvSpPr>
          <p:cNvPr id="20" name="Text 18"/>
          <p:cNvSpPr/>
          <p:nvPr/>
        </p:nvSpPr>
        <p:spPr>
          <a:xfrm>
            <a:off x="7137350" y="3306961"/>
            <a:ext cx="420624" cy="384048"/>
          </a:xfrm>
          <a:prstGeom prst="rect">
            <a:avLst/>
          </a:prstGeom>
          <a:noFill/>
          <a:ln/>
        </p:spPr>
        <p:txBody>
          <a:bodyPr vert="horz" wrap="square" lIns="0" tIns="0" rIns="0" bIns="0" rtlCol="0" anchor="ctr"/>
          <a:lstStyle/>
          <a:p>
            <a:pPr marL="0" indent="0" algn="ctr">
              <a:lnSpc>
                <a:spcPts val="1575"/>
              </a:lnSpc>
              <a:buNone/>
            </a:pPr>
            <a:r>
              <a:rPr lang="en-US" sz="1050" b="1" dirty="0">
                <a:solidFill>
                  <a:srgbClr val="3C3A32"/>
                </a:solidFill>
                <a:latin typeface="Nunito ExtraLight" pitchFamily="34" charset="0"/>
                <a:ea typeface="Nunito ExtraLight" pitchFamily="34" charset="-122"/>
                <a:cs typeface="Nunito ExtraLight" pitchFamily="34" charset="-120"/>
              </a:rPr>
              <a:t>02</a:t>
            </a:r>
            <a:endParaRPr lang="en-US" sz="1050" dirty="0"/>
          </a:p>
        </p:txBody>
      </p:sp>
      <p:sp>
        <p:nvSpPr>
          <p:cNvPr id="21" name="Text 19"/>
          <p:cNvSpPr/>
          <p:nvPr/>
        </p:nvSpPr>
        <p:spPr>
          <a:xfrm>
            <a:off x="4671640" y="4204990"/>
            <a:ext cx="2093976" cy="384048"/>
          </a:xfrm>
          <a:prstGeom prst="rect">
            <a:avLst/>
          </a:prstGeom>
          <a:noFill/>
          <a:ln/>
        </p:spPr>
        <p:txBody>
          <a:bodyPr vert="horz" wrap="none" lIns="0" tIns="0" rIns="0" bIns="0" rtlCol="0" anchor="t">
            <a:normAutofit/>
          </a:bodyPr>
          <a:lstStyle/>
          <a:p>
            <a:pPr marL="0" indent="0" algn="l">
              <a:lnSpc>
                <a:spcPts val="2700"/>
              </a:lnSpc>
              <a:buNone/>
            </a:pPr>
            <a:r>
              <a:rPr lang="en-US" sz="2700" b="1" kern="0" spc="-140" dirty="0">
                <a:solidFill>
                  <a:srgbClr val="3C3A32"/>
                </a:solidFill>
                <a:latin typeface="Nunito ExtraLight" pitchFamily="34" charset="0"/>
                <a:ea typeface="Nunito ExtraLight" pitchFamily="34" charset="-122"/>
                <a:cs typeface="Nunito ExtraLight" pitchFamily="34" charset="-120"/>
              </a:rPr>
              <a:t>Hak Eksklusif</a:t>
            </a:r>
            <a:endParaRPr lang="en-US" sz="2700" dirty="0"/>
          </a:p>
        </p:txBody>
      </p:sp>
      <p:sp>
        <p:nvSpPr>
          <p:cNvPr id="22" name="Text 20"/>
          <p:cNvSpPr/>
          <p:nvPr/>
        </p:nvSpPr>
        <p:spPr>
          <a:xfrm>
            <a:off x="4671938" y="4989909"/>
            <a:ext cx="2889504" cy="649224"/>
          </a:xfrm>
          <a:prstGeom prst="rect">
            <a:avLst/>
          </a:prstGeom>
          <a:noFill/>
          <a:ln/>
        </p:spPr>
        <p:txBody>
          <a:bodyPr vert="horz" wrap="square" lIns="0" tIns="0" rIns="0" bIns="0" rtlCol="0" anchor="t"/>
          <a:lstStyle/>
          <a:p>
            <a:pPr marL="0" indent="0" algn="l">
              <a:lnSpc>
                <a:spcPts val="1706"/>
              </a:lnSpc>
              <a:buNone/>
            </a:pPr>
            <a:r>
              <a:rPr lang="en-US" sz="1050" dirty="0">
                <a:solidFill>
                  <a:srgbClr val="3C3A32">
                    <a:alpha val="90000"/>
                  </a:srgbClr>
                </a:solidFill>
                <a:latin typeface="Nunito ExtraLight" pitchFamily="34" charset="0"/>
                <a:ea typeface="Nunito ExtraLight" pitchFamily="34" charset="-122"/>
                <a:cs typeface="Nunito ExtraLight" pitchFamily="34" charset="-120"/>
              </a:rPr>
              <a:t>Pemilihan kelas yang akurat menentukan luas cakupan hak eksklusif dan perlindungan platform di pasar global.</a:t>
            </a:r>
            <a:endParaRPr lang="en-US" sz="1050" dirty="0"/>
          </a:p>
        </p:txBody>
      </p:sp>
      <p:sp>
        <p:nvSpPr>
          <p:cNvPr id="23" name="Text 21"/>
          <p:cNvSpPr/>
          <p:nvPr/>
        </p:nvSpPr>
        <p:spPr>
          <a:xfrm>
            <a:off x="8127950" y="3002161"/>
            <a:ext cx="3454301" cy="2941439"/>
          </a:xfrm>
          <a:prstGeom prst="roundRect">
            <a:avLst>
              <a:gd name="adj" fmla="val 5181"/>
            </a:avLst>
          </a:prstGeom>
          <a:solidFill>
            <a:srgbClr val="3C3A32"/>
          </a:solidFill>
          <a:ln/>
        </p:spPr>
        <p:txBody>
          <a:bodyPr wrap="square" rtlCol="0" anchor="ctr"/>
          <a:lstStyle/>
          <a:p>
            <a:pPr marL="0" indent="0">
              <a:buNone/>
            </a:pPr>
            <a:endParaRPr lang="en-US" dirty="0"/>
          </a:p>
        </p:txBody>
      </p:sp>
      <p:sp>
        <p:nvSpPr>
          <p:cNvPr id="24" name="Shape 22"/>
          <p:cNvSpPr/>
          <p:nvPr/>
        </p:nvSpPr>
        <p:spPr>
          <a:xfrm>
            <a:off x="8432750" y="3659386"/>
            <a:ext cx="1638300" cy="0"/>
          </a:xfrm>
          <a:prstGeom prst="line">
            <a:avLst/>
          </a:prstGeom>
          <a:noFill/>
          <a:ln w="19050">
            <a:solidFill>
              <a:srgbClr val="E5E7EB"/>
            </a:solidFill>
            <a:prstDash val="solid"/>
          </a:ln>
        </p:spPr>
      </p:sp>
      <p:sp>
        <p:nvSpPr>
          <p:cNvPr id="25" name="Text 23"/>
          <p:cNvSpPr/>
          <p:nvPr/>
        </p:nvSpPr>
        <p:spPr>
          <a:xfrm>
            <a:off x="8432750" y="3306961"/>
            <a:ext cx="1737360" cy="338328"/>
          </a:xfrm>
          <a:prstGeom prst="rect">
            <a:avLst/>
          </a:prstGeom>
          <a:noFill/>
          <a:ln/>
        </p:spPr>
        <p:txBody>
          <a:bodyPr vert="horz" wrap="none" lIns="0" tIns="0" rIns="0" bIns="0" rtlCol="0" anchor="t">
            <a:normAutofit/>
          </a:bodyPr>
          <a:lstStyle/>
          <a:p>
            <a:pPr marL="0" indent="0" algn="l">
              <a:lnSpc>
                <a:spcPts val="2400"/>
              </a:lnSpc>
              <a:buNone/>
            </a:pPr>
            <a:r>
              <a:rPr lang="en-US" sz="1800" dirty="0">
                <a:solidFill>
                  <a:srgbClr val="FFFFFF"/>
                </a:solidFill>
                <a:latin typeface="Pacifico" pitchFamily="34" charset="0"/>
                <a:ea typeface="Pacifico" pitchFamily="34" charset="-122"/>
                <a:cs typeface="Pacifico" pitchFamily="34" charset="-120"/>
              </a:rPr>
              <a:t>Proteksi Merek</a:t>
            </a:r>
            <a:endParaRPr lang="en-US" sz="1800" dirty="0"/>
          </a:p>
        </p:txBody>
      </p:sp>
      <p:sp>
        <p:nvSpPr>
          <p:cNvPr id="26" name="Text 24"/>
          <p:cNvSpPr/>
          <p:nvPr/>
        </p:nvSpPr>
        <p:spPr>
          <a:xfrm>
            <a:off x="10896451" y="3306961"/>
            <a:ext cx="381000" cy="381000"/>
          </a:xfrm>
          <a:prstGeom prst="roundRect">
            <a:avLst>
              <a:gd name="adj" fmla="val 100000"/>
            </a:avLst>
          </a:prstGeom>
          <a:noFill/>
          <a:ln w="9525">
            <a:solidFill>
              <a:srgbClr val="FFFFFF">
                <a:alpha val="30000"/>
              </a:srgbClr>
            </a:solidFill>
          </a:ln>
        </p:spPr>
        <p:txBody>
          <a:bodyPr wrap="square" rtlCol="0" anchor="ctr"/>
          <a:lstStyle/>
          <a:p>
            <a:pPr marL="0" indent="0">
              <a:buNone/>
            </a:pPr>
            <a:endParaRPr lang="en-US" dirty="0"/>
          </a:p>
        </p:txBody>
      </p:sp>
      <p:sp>
        <p:nvSpPr>
          <p:cNvPr id="27" name="Text 25"/>
          <p:cNvSpPr/>
          <p:nvPr/>
        </p:nvSpPr>
        <p:spPr>
          <a:xfrm>
            <a:off x="10896451" y="3306961"/>
            <a:ext cx="420624" cy="384048"/>
          </a:xfrm>
          <a:prstGeom prst="rect">
            <a:avLst/>
          </a:prstGeom>
          <a:noFill/>
          <a:ln/>
        </p:spPr>
        <p:txBody>
          <a:bodyPr vert="horz" wrap="square" lIns="0" tIns="0" rIns="0" bIns="0" rtlCol="0" anchor="ctr"/>
          <a:lstStyle/>
          <a:p>
            <a:pPr marL="0" indent="0" algn="ctr">
              <a:lnSpc>
                <a:spcPts val="1575"/>
              </a:lnSpc>
              <a:buNone/>
            </a:pPr>
            <a:r>
              <a:rPr lang="en-US" sz="1050" b="1" dirty="0">
                <a:solidFill>
                  <a:srgbClr val="FFFFFF"/>
                </a:solidFill>
                <a:latin typeface="Nunito ExtraLight" pitchFamily="34" charset="0"/>
                <a:ea typeface="Nunito ExtraLight" pitchFamily="34" charset="-122"/>
                <a:cs typeface="Nunito ExtraLight" pitchFamily="34" charset="-120"/>
              </a:rPr>
              <a:t>03</a:t>
            </a:r>
            <a:endParaRPr lang="en-US" sz="1050" dirty="0"/>
          </a:p>
        </p:txBody>
      </p:sp>
      <p:sp>
        <p:nvSpPr>
          <p:cNvPr id="28" name="Text 26"/>
          <p:cNvSpPr/>
          <p:nvPr/>
        </p:nvSpPr>
        <p:spPr>
          <a:xfrm>
            <a:off x="8431857" y="4204990"/>
            <a:ext cx="877824" cy="384048"/>
          </a:xfrm>
          <a:prstGeom prst="rect">
            <a:avLst/>
          </a:prstGeom>
          <a:noFill/>
          <a:ln/>
        </p:spPr>
        <p:txBody>
          <a:bodyPr vert="horz" wrap="none" lIns="0" tIns="0" rIns="0" bIns="0" rtlCol="0" anchor="t">
            <a:normAutofit/>
          </a:bodyPr>
          <a:lstStyle/>
          <a:p>
            <a:pPr marL="0" indent="0" algn="l">
              <a:lnSpc>
                <a:spcPts val="2700"/>
              </a:lnSpc>
              <a:buNone/>
            </a:pPr>
            <a:r>
              <a:rPr lang="en-US" sz="2700" b="1" kern="0" spc="-140" dirty="0">
                <a:solidFill>
                  <a:srgbClr val="FFFFFF"/>
                </a:solidFill>
                <a:latin typeface="Nunito ExtraLight" pitchFamily="34" charset="0"/>
                <a:ea typeface="Nunito ExtraLight" pitchFamily="34" charset="-122"/>
                <a:cs typeface="Nunito ExtraLight" pitchFamily="34" charset="-120"/>
              </a:rPr>
              <a:t>2026</a:t>
            </a:r>
            <a:endParaRPr lang="en-US" sz="2700" dirty="0"/>
          </a:p>
        </p:txBody>
      </p:sp>
      <p:sp>
        <p:nvSpPr>
          <p:cNvPr id="29" name="Text 27"/>
          <p:cNvSpPr/>
          <p:nvPr/>
        </p:nvSpPr>
        <p:spPr>
          <a:xfrm>
            <a:off x="8431113" y="4989909"/>
            <a:ext cx="2889504" cy="649224"/>
          </a:xfrm>
          <a:prstGeom prst="rect">
            <a:avLst/>
          </a:prstGeom>
          <a:noFill/>
          <a:ln/>
        </p:spPr>
        <p:txBody>
          <a:bodyPr vert="horz" wrap="square" lIns="0" tIns="0" rIns="0" bIns="0" rtlCol="0" anchor="t"/>
          <a:lstStyle/>
          <a:p>
            <a:pPr marL="0" indent="0" algn="l">
              <a:lnSpc>
                <a:spcPts val="1706"/>
              </a:lnSpc>
              <a:buNone/>
            </a:pPr>
            <a:r>
              <a:rPr lang="en-US" sz="1050" dirty="0">
                <a:solidFill>
                  <a:srgbClr val="D1D5DB"/>
                </a:solidFill>
                <a:latin typeface="Nunito ExtraLight" pitchFamily="34" charset="0"/>
                <a:ea typeface="Nunito ExtraLight" pitchFamily="34" charset="-122"/>
                <a:cs typeface="Nunito ExtraLight" pitchFamily="34" charset="-120"/>
              </a:rPr>
              <a:t>Klasifikasi barang dan jasa internasional menjadi esensial untuk jangkauan perlindungan hukum merek digital.</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3C3A32"/>
          </a:solidFill>
          <a:ln/>
        </p:spPr>
        <p:txBody>
          <a:bodyPr wrap="square" rtlCol="0" anchor="ctr"/>
          <a:lstStyle/>
          <a:p>
            <a:pPr marL="0" indent="0">
              <a:buNone/>
            </a:pPr>
            <a:endParaRPr lang="en-US" dirty="0"/>
          </a:p>
        </p:txBody>
      </p:sp>
      <p:sp>
        <p:nvSpPr>
          <p:cNvPr id="3" name="Text 1"/>
          <p:cNvSpPr/>
          <p:nvPr/>
        </p:nvSpPr>
        <p:spPr>
          <a:xfrm>
            <a:off x="5120580" y="0"/>
            <a:ext cx="7071271" cy="6448425"/>
          </a:xfrm>
          <a:prstGeom prst="rect">
            <a:avLst/>
          </a:prstGeom>
          <a:solidFill>
            <a:srgbClr val="3C3A32"/>
          </a:solidFill>
          <a:ln/>
        </p:spPr>
        <p:txBody>
          <a:bodyPr wrap="square" rtlCol="0" anchor="ctr"/>
          <a:lstStyle/>
          <a:p>
            <a:pPr marL="0" indent="0">
              <a:buNone/>
            </a:pPr>
            <a:endParaRPr lang="en-US" dirty="0"/>
          </a:p>
        </p:txBody>
      </p:sp>
      <p:sp>
        <p:nvSpPr>
          <p:cNvPr id="4" name="Text 2"/>
          <p:cNvSpPr/>
          <p:nvPr/>
        </p:nvSpPr>
        <p:spPr>
          <a:xfrm>
            <a:off x="5882580" y="819150"/>
            <a:ext cx="76200" cy="76200"/>
          </a:xfrm>
          <a:prstGeom prst="roundRect">
            <a:avLst>
              <a:gd name="adj" fmla="val 100000"/>
            </a:avLst>
          </a:prstGeom>
          <a:solidFill>
            <a:srgbClr val="CDEE9E"/>
          </a:solidFill>
          <a:ln/>
        </p:spPr>
        <p:txBody>
          <a:bodyPr wrap="square" rtlCol="0" anchor="ctr"/>
          <a:lstStyle/>
          <a:p>
            <a:pPr marL="0" indent="0">
              <a:buNone/>
            </a:pPr>
            <a:endParaRPr lang="en-US" dirty="0"/>
          </a:p>
        </p:txBody>
      </p:sp>
      <p:sp>
        <p:nvSpPr>
          <p:cNvPr id="5" name="Text 3"/>
          <p:cNvSpPr/>
          <p:nvPr/>
        </p:nvSpPr>
        <p:spPr>
          <a:xfrm>
            <a:off x="6113115" y="762000"/>
            <a:ext cx="4005072" cy="219456"/>
          </a:xfrm>
          <a:prstGeom prst="rect">
            <a:avLst/>
          </a:prstGeom>
          <a:noFill/>
          <a:ln/>
        </p:spPr>
        <p:txBody>
          <a:bodyPr vert="horz" wrap="none" lIns="0" tIns="0" rIns="0" bIns="0" rtlCol="0" anchor="t">
            <a:normAutofit/>
          </a:bodyPr>
          <a:lstStyle/>
          <a:p>
            <a:pPr marL="0" indent="0" algn="l">
              <a:lnSpc>
                <a:spcPts val="1500"/>
              </a:lnSpc>
              <a:buNone/>
            </a:pPr>
            <a:r>
              <a:rPr lang="en-US" sz="1050" b="1" kern="0" spc="310" dirty="0">
                <a:solidFill>
                  <a:srgbClr val="CDEE9E"/>
                </a:solidFill>
                <a:latin typeface="Nunito ExtraLight" pitchFamily="34" charset="0"/>
                <a:ea typeface="Nunito ExtraLight" pitchFamily="34" charset="-122"/>
                <a:cs typeface="Nunito ExtraLight" pitchFamily="34" charset="-120"/>
              </a:rPr>
              <a:t>PELINDUNGAN KEKAYAAN INTELEKTUAL</a:t>
            </a:r>
            <a:endParaRPr lang="en-US" sz="1050" dirty="0"/>
          </a:p>
        </p:txBody>
      </p:sp>
      <p:sp>
        <p:nvSpPr>
          <p:cNvPr id="6" name="Text 4"/>
          <p:cNvSpPr/>
          <p:nvPr/>
        </p:nvSpPr>
        <p:spPr>
          <a:xfrm>
            <a:off x="5882580" y="1565672"/>
            <a:ext cx="2621161" cy="1666875"/>
          </a:xfrm>
          <a:prstGeom prst="rect">
            <a:avLst/>
          </a:prstGeom>
          <a:solidFill>
            <a:srgbClr val="FFFFFF">
              <a:alpha val="5000"/>
            </a:srgbClr>
          </a:solidFill>
          <a:ln/>
        </p:spPr>
        <p:txBody>
          <a:bodyPr wrap="square" rtlCol="0" anchor="ctr"/>
          <a:lstStyle/>
          <a:p>
            <a:pPr marL="0" indent="0">
              <a:buNone/>
            </a:pPr>
            <a:endParaRPr lang="en-US" dirty="0"/>
          </a:p>
        </p:txBody>
      </p:sp>
      <p:sp>
        <p:nvSpPr>
          <p:cNvPr id="7" name="Shape 5"/>
          <p:cNvSpPr/>
          <p:nvPr/>
        </p:nvSpPr>
        <p:spPr>
          <a:xfrm>
            <a:off x="5882580" y="1565672"/>
            <a:ext cx="0" cy="1666875"/>
          </a:xfrm>
          <a:prstGeom prst="line">
            <a:avLst/>
          </a:prstGeom>
          <a:noFill/>
          <a:ln w="38100">
            <a:solidFill>
              <a:srgbClr val="CDEE9E"/>
            </a:solidFill>
            <a:prstDash val="solid"/>
          </a:ln>
        </p:spPr>
      </p:sp>
      <p:sp>
        <p:nvSpPr>
          <p:cNvPr id="8" name="Text 6"/>
          <p:cNvSpPr/>
          <p:nvPr/>
        </p:nvSpPr>
        <p:spPr>
          <a:xfrm>
            <a:off x="6150173" y="1794272"/>
            <a:ext cx="2212848" cy="301752"/>
          </a:xfrm>
          <a:prstGeom prst="rect">
            <a:avLst/>
          </a:prstGeom>
          <a:noFill/>
          <a:ln/>
        </p:spPr>
        <p:txBody>
          <a:bodyPr vert="horz" wrap="none" lIns="0" tIns="0" rIns="0" bIns="0" rtlCol="0" anchor="t">
            <a:normAutofit/>
          </a:bodyPr>
          <a:lstStyle/>
          <a:p>
            <a:pPr marL="0" indent="0" algn="l">
              <a:lnSpc>
                <a:spcPts val="2100"/>
              </a:lnSpc>
              <a:buNone/>
            </a:pPr>
            <a:r>
              <a:rPr lang="en-US" sz="1350" b="1" i="1" dirty="0">
                <a:solidFill>
                  <a:srgbClr val="FFFFFF"/>
                </a:solidFill>
                <a:latin typeface="Pacifico" pitchFamily="34" charset="0"/>
                <a:ea typeface="Pacifico" pitchFamily="34" charset="-122"/>
                <a:cs typeface="Pacifico" pitchFamily="34" charset="-120"/>
              </a:rPr>
              <a:t>Kelas 9</a:t>
            </a:r>
            <a:endParaRPr lang="en-US" sz="1350" dirty="0"/>
          </a:p>
        </p:txBody>
      </p:sp>
      <p:sp>
        <p:nvSpPr>
          <p:cNvPr id="9" name="Text 7"/>
          <p:cNvSpPr/>
          <p:nvPr/>
        </p:nvSpPr>
        <p:spPr>
          <a:xfrm>
            <a:off x="6150173" y="2137172"/>
            <a:ext cx="2157984" cy="868680"/>
          </a:xfrm>
          <a:prstGeom prst="rect">
            <a:avLst/>
          </a:prstGeom>
          <a:noFill/>
          <a:ln/>
        </p:spPr>
        <p:txBody>
          <a:bodyPr vert="horz" wrap="square" lIns="0" tIns="0" rIns="0" bIns="0" rtlCol="0" anchor="t"/>
          <a:lstStyle/>
          <a:p>
            <a:pPr marL="0" indent="0" algn="l">
              <a:lnSpc>
                <a:spcPts val="1706"/>
              </a:lnSpc>
              <a:buNone/>
            </a:pPr>
            <a:r>
              <a:rPr lang="en-US" sz="1050" dirty="0">
                <a:solidFill>
                  <a:srgbClr val="9CA3AF"/>
                </a:solidFill>
                <a:latin typeface="Nunito ExtraLight" pitchFamily="34" charset="0"/>
                <a:ea typeface="Nunito ExtraLight" pitchFamily="34" charset="-122"/>
                <a:cs typeface="Nunito ExtraLight" pitchFamily="34" charset="-120"/>
              </a:rPr>
              <a:t>Mencakup perangkat lunak (software) dan aplikasi seluler sebagai aset inti teknologi digital Anda.</a:t>
            </a:r>
            <a:endParaRPr lang="en-US" sz="1050" dirty="0"/>
          </a:p>
        </p:txBody>
      </p:sp>
      <p:sp>
        <p:nvSpPr>
          <p:cNvPr id="10" name="Text 8"/>
          <p:cNvSpPr/>
          <p:nvPr/>
        </p:nvSpPr>
        <p:spPr>
          <a:xfrm>
            <a:off x="5882580" y="3461147"/>
            <a:ext cx="2621161" cy="1450181"/>
          </a:xfrm>
          <a:prstGeom prst="rect">
            <a:avLst/>
          </a:prstGeom>
          <a:solidFill>
            <a:srgbClr val="FFFFFF">
              <a:alpha val="5000"/>
            </a:srgbClr>
          </a:solidFill>
          <a:ln/>
        </p:spPr>
        <p:txBody>
          <a:bodyPr wrap="square" rtlCol="0" anchor="ctr"/>
          <a:lstStyle/>
          <a:p>
            <a:pPr marL="0" indent="0">
              <a:buNone/>
            </a:pPr>
            <a:endParaRPr lang="en-US" dirty="0"/>
          </a:p>
        </p:txBody>
      </p:sp>
      <p:sp>
        <p:nvSpPr>
          <p:cNvPr id="11" name="Shape 9"/>
          <p:cNvSpPr/>
          <p:nvPr/>
        </p:nvSpPr>
        <p:spPr>
          <a:xfrm>
            <a:off x="5882580" y="3461147"/>
            <a:ext cx="0" cy="1450181"/>
          </a:xfrm>
          <a:prstGeom prst="line">
            <a:avLst/>
          </a:prstGeom>
          <a:noFill/>
          <a:ln w="38100">
            <a:solidFill>
              <a:srgbClr val="CDEE9E"/>
            </a:solidFill>
            <a:prstDash val="solid"/>
          </a:ln>
        </p:spPr>
      </p:sp>
      <p:sp>
        <p:nvSpPr>
          <p:cNvPr id="12" name="Text 10"/>
          <p:cNvSpPr/>
          <p:nvPr/>
        </p:nvSpPr>
        <p:spPr>
          <a:xfrm>
            <a:off x="6150173" y="3689747"/>
            <a:ext cx="2212848" cy="301752"/>
          </a:xfrm>
          <a:prstGeom prst="rect">
            <a:avLst/>
          </a:prstGeom>
          <a:noFill/>
          <a:ln/>
        </p:spPr>
        <p:txBody>
          <a:bodyPr vert="horz" wrap="none" lIns="0" tIns="0" rIns="0" bIns="0" rtlCol="0" anchor="t">
            <a:normAutofit/>
          </a:bodyPr>
          <a:lstStyle/>
          <a:p>
            <a:pPr marL="0" indent="0" algn="l">
              <a:lnSpc>
                <a:spcPts val="2100"/>
              </a:lnSpc>
              <a:buNone/>
            </a:pPr>
            <a:r>
              <a:rPr lang="en-US" sz="1350" b="1" i="1" dirty="0">
                <a:solidFill>
                  <a:srgbClr val="FFFFFF"/>
                </a:solidFill>
                <a:latin typeface="Pacifico" pitchFamily="34" charset="0"/>
                <a:ea typeface="Pacifico" pitchFamily="34" charset="-122"/>
                <a:cs typeface="Pacifico" pitchFamily="34" charset="-120"/>
              </a:rPr>
              <a:t>Kelas 35</a:t>
            </a:r>
            <a:endParaRPr lang="en-US" sz="1350" dirty="0"/>
          </a:p>
        </p:txBody>
      </p:sp>
      <p:sp>
        <p:nvSpPr>
          <p:cNvPr id="13" name="Text 11"/>
          <p:cNvSpPr/>
          <p:nvPr/>
        </p:nvSpPr>
        <p:spPr>
          <a:xfrm>
            <a:off x="6150173" y="4033837"/>
            <a:ext cx="2157984" cy="649224"/>
          </a:xfrm>
          <a:prstGeom prst="rect">
            <a:avLst/>
          </a:prstGeom>
          <a:noFill/>
          <a:ln/>
        </p:spPr>
        <p:txBody>
          <a:bodyPr vert="horz" wrap="square" lIns="0" tIns="0" rIns="0" bIns="0" rtlCol="0" anchor="t"/>
          <a:lstStyle/>
          <a:p>
            <a:pPr marL="0" indent="0" algn="l">
              <a:lnSpc>
                <a:spcPts val="1706"/>
              </a:lnSpc>
              <a:buNone/>
            </a:pPr>
            <a:r>
              <a:rPr lang="en-US" sz="1050" dirty="0">
                <a:solidFill>
                  <a:srgbClr val="9CA3AF"/>
                </a:solidFill>
                <a:latin typeface="Nunito ExtraLight" pitchFamily="34" charset="0"/>
                <a:ea typeface="Nunito ExtraLight" pitchFamily="34" charset="-122"/>
                <a:cs typeface="Nunito ExtraLight" pitchFamily="34" charset="-120"/>
              </a:rPr>
              <a:t>Melindungi manajemen bisnis digital serta periklanan online agar identitas platform tetap eksklusif.</a:t>
            </a:r>
            <a:endParaRPr lang="en-US" sz="1050" dirty="0"/>
          </a:p>
        </p:txBody>
      </p:sp>
      <p:sp>
        <p:nvSpPr>
          <p:cNvPr id="14" name="Text 12"/>
          <p:cNvSpPr/>
          <p:nvPr/>
        </p:nvSpPr>
        <p:spPr>
          <a:xfrm>
            <a:off x="8808541" y="1333500"/>
            <a:ext cx="2621310" cy="3810000"/>
          </a:xfrm>
          <a:prstGeom prst="roundRect">
            <a:avLst>
              <a:gd name="adj" fmla="val 5814"/>
            </a:avLst>
          </a:prstGeom>
          <a:solidFill>
            <a:srgbClr val="E5E7EB"/>
          </a:solidFill>
          <a:ln/>
        </p:spPr>
        <p:txBody>
          <a:bodyPr wrap="square" rtlCol="0" anchor="ctr"/>
          <a:lstStyle/>
          <a:p>
            <a:pPr marL="0" indent="0">
              <a:buNone/>
            </a:pPr>
            <a:endParaRPr lang="en-US" dirty="0"/>
          </a:p>
        </p:txBody>
      </p:sp>
      <p:pic>
        <p:nvPicPr>
          <p:cNvPr id="15" name="Image 0" descr="image.png"/>
          <p:cNvPicPr>
            <a:picLocks noChangeAspect="1"/>
          </p:cNvPicPr>
          <p:nvPr/>
        </p:nvPicPr>
        <p:blipFill>
          <a:blip r:embed="rId3"/>
          <a:srcRect r="2909"/>
          <a:stretch/>
        </p:blipFill>
        <p:spPr>
          <a:xfrm>
            <a:off x="8884741" y="1333500"/>
            <a:ext cx="2543175" cy="3810000"/>
          </a:xfrm>
          <a:prstGeom prst="rect">
            <a:avLst/>
          </a:prstGeom>
        </p:spPr>
      </p:pic>
      <p:sp>
        <p:nvSpPr>
          <p:cNvPr id="16" name="Text 13"/>
          <p:cNvSpPr/>
          <p:nvPr/>
        </p:nvSpPr>
        <p:spPr>
          <a:xfrm>
            <a:off x="11125051" y="4695825"/>
            <a:ext cx="533400" cy="676275"/>
          </a:xfrm>
          <a:prstGeom prst="roundRect">
            <a:avLst>
              <a:gd name="adj" fmla="val 21429"/>
            </a:avLst>
          </a:prstGeom>
          <a:solidFill>
            <a:srgbClr val="CDEE9E"/>
          </a:solidFill>
          <a:ln/>
        </p:spPr>
        <p:txBody>
          <a:bodyPr wrap="square" rtlCol="0" anchor="ctr"/>
          <a:lstStyle/>
          <a:p>
            <a:pPr marL="0" indent="0">
              <a:buNone/>
            </a:pPr>
            <a:endParaRPr lang="en-US" dirty="0"/>
          </a:p>
        </p:txBody>
      </p:sp>
      <p:pic>
        <p:nvPicPr>
          <p:cNvPr id="17" name="Image 1" descr="image.png"/>
          <p:cNvPicPr>
            <a:picLocks noChangeAspect="1"/>
          </p:cNvPicPr>
          <p:nvPr/>
        </p:nvPicPr>
        <p:blipFill>
          <a:blip r:embed="rId4"/>
          <a:srcRect/>
          <a:stretch/>
        </p:blipFill>
        <p:spPr>
          <a:xfrm>
            <a:off x="11277451" y="4848225"/>
            <a:ext cx="228600" cy="304800"/>
          </a:xfrm>
          <a:prstGeom prst="rect">
            <a:avLst/>
          </a:prstGeom>
        </p:spPr>
      </p:pic>
      <p:sp>
        <p:nvSpPr>
          <p:cNvPr id="18" name="Text 14"/>
          <p:cNvSpPr/>
          <p:nvPr/>
        </p:nvSpPr>
        <p:spPr>
          <a:xfrm>
            <a:off x="5882580" y="5448300"/>
            <a:ext cx="4297680" cy="246888"/>
          </a:xfrm>
          <a:prstGeom prst="rect">
            <a:avLst/>
          </a:prstGeom>
          <a:noFill/>
          <a:ln/>
        </p:spPr>
        <p:txBody>
          <a:bodyPr vert="horz" wrap="square" lIns="0" tIns="0" rIns="0" bIns="0" rtlCol="0" anchor="t"/>
          <a:lstStyle/>
          <a:p>
            <a:pPr marL="0" indent="0" algn="l">
              <a:lnSpc>
                <a:spcPts val="938"/>
              </a:lnSpc>
              <a:buNone/>
            </a:pPr>
            <a:r>
              <a:rPr lang="en-US" sz="750" dirty="0">
                <a:solidFill>
                  <a:srgbClr val="9CA3AF">
                    <a:alpha val="50000"/>
                  </a:srgbClr>
                </a:solidFill>
                <a:latin typeface="Nunito ExtraLight" pitchFamily="34" charset="0"/>
                <a:ea typeface="Nunito ExtraLight" pitchFamily="34" charset="-122"/>
                <a:cs typeface="Nunito ExtraLight" pitchFamily="34" charset="-120"/>
              </a:rPr>
              <a:t>Integrasi kelas ini sangat krusial untuk menghadapi tantangan AI dan pengiklanan modern serta memastikan skalabilitas bisnis jangka panjang di pasar global.</a:t>
            </a:r>
            <a:endParaRPr lang="en-US" sz="750" dirty="0"/>
          </a:p>
        </p:txBody>
      </p:sp>
      <p:sp>
        <p:nvSpPr>
          <p:cNvPr id="19" name="Text 15"/>
          <p:cNvSpPr/>
          <p:nvPr/>
        </p:nvSpPr>
        <p:spPr>
          <a:xfrm>
            <a:off x="0" y="0"/>
            <a:ext cx="5120580" cy="4975622"/>
          </a:xfrm>
          <a:prstGeom prst="rect">
            <a:avLst/>
          </a:prstGeom>
          <a:solidFill>
            <a:srgbClr val="CDEE9E"/>
          </a:solidFill>
          <a:ln/>
        </p:spPr>
        <p:txBody>
          <a:bodyPr wrap="square" rtlCol="0" anchor="ctr"/>
          <a:lstStyle/>
          <a:p>
            <a:pPr marL="0" indent="0">
              <a:buNone/>
            </a:pPr>
            <a:endParaRPr lang="en-US" dirty="0"/>
          </a:p>
        </p:txBody>
      </p:sp>
      <p:sp>
        <p:nvSpPr>
          <p:cNvPr id="20" name="Text 16"/>
          <p:cNvSpPr/>
          <p:nvPr/>
        </p:nvSpPr>
        <p:spPr>
          <a:xfrm>
            <a:off x="610567" y="609600"/>
            <a:ext cx="1188720" cy="301752"/>
          </a:xfrm>
          <a:prstGeom prst="rect">
            <a:avLst/>
          </a:prstGeom>
          <a:noFill/>
          <a:ln/>
        </p:spPr>
        <p:txBody>
          <a:bodyPr vert="horz" wrap="none" lIns="0" tIns="0" rIns="0" bIns="0" rtlCol="0" anchor="t">
            <a:normAutofit/>
          </a:bodyPr>
          <a:lstStyle/>
          <a:p>
            <a:pPr marL="0" indent="0" algn="l">
              <a:lnSpc>
                <a:spcPts val="2100"/>
              </a:lnSpc>
              <a:buNone/>
            </a:pPr>
            <a:r>
              <a:rPr lang="en-US" sz="1500" b="1" kern="0" spc="180" dirty="0">
                <a:solidFill>
                  <a:srgbClr val="3C3A32"/>
                </a:solidFill>
                <a:latin typeface="Nunito ExtraLight" pitchFamily="34" charset="0"/>
                <a:ea typeface="Nunito ExtraLight" pitchFamily="34" charset="-122"/>
                <a:cs typeface="Nunito ExtraLight" pitchFamily="34" charset="-120"/>
              </a:rPr>
              <a:t>STRATEGI</a:t>
            </a:r>
            <a:endParaRPr lang="en-US" sz="1500" dirty="0"/>
          </a:p>
        </p:txBody>
      </p:sp>
      <p:sp>
        <p:nvSpPr>
          <p:cNvPr id="21" name="Text 17"/>
          <p:cNvSpPr/>
          <p:nvPr/>
        </p:nvSpPr>
        <p:spPr>
          <a:xfrm>
            <a:off x="1840260" y="666750"/>
            <a:ext cx="9525" cy="152400"/>
          </a:xfrm>
          <a:prstGeom prst="rect">
            <a:avLst/>
          </a:prstGeom>
          <a:solidFill>
            <a:srgbClr val="3C3A32">
              <a:alpha val="30000"/>
            </a:srgbClr>
          </a:solidFill>
          <a:ln/>
        </p:spPr>
        <p:txBody>
          <a:bodyPr wrap="square" rtlCol="0" anchor="ctr"/>
          <a:lstStyle/>
          <a:p>
            <a:pPr marL="0" indent="0">
              <a:buNone/>
            </a:pPr>
            <a:endParaRPr lang="en-US" dirty="0"/>
          </a:p>
        </p:txBody>
      </p:sp>
      <p:sp>
        <p:nvSpPr>
          <p:cNvPr id="22" name="Text 18"/>
          <p:cNvSpPr/>
          <p:nvPr/>
        </p:nvSpPr>
        <p:spPr>
          <a:xfrm>
            <a:off x="1963192" y="609600"/>
            <a:ext cx="1307592" cy="301752"/>
          </a:xfrm>
          <a:prstGeom prst="rect">
            <a:avLst/>
          </a:prstGeom>
          <a:noFill/>
          <a:ln/>
        </p:spPr>
        <p:txBody>
          <a:bodyPr vert="horz" wrap="none" lIns="0" tIns="0" rIns="0" bIns="0" rtlCol="0" anchor="t">
            <a:normAutofit/>
          </a:bodyPr>
          <a:lstStyle/>
          <a:p>
            <a:pPr marL="0" indent="0" algn="l">
              <a:lnSpc>
                <a:spcPts val="2100"/>
              </a:lnSpc>
              <a:buNone/>
            </a:pPr>
            <a:r>
              <a:rPr lang="en-US" sz="1350" kern="0" spc="130" dirty="0">
                <a:solidFill>
                  <a:srgbClr val="3C3A32">
                    <a:alpha val="80000"/>
                  </a:srgbClr>
                </a:solidFill>
                <a:latin typeface="Nunito ExtraLight" pitchFamily="34" charset="0"/>
                <a:ea typeface="Nunito ExtraLight" pitchFamily="34" charset="-122"/>
                <a:cs typeface="Nunito ExtraLight" pitchFamily="34" charset="-120"/>
              </a:rPr>
              <a:t>ERA DIGITAL</a:t>
            </a:r>
            <a:endParaRPr lang="en-US" sz="1350" dirty="0"/>
          </a:p>
        </p:txBody>
      </p:sp>
      <p:sp>
        <p:nvSpPr>
          <p:cNvPr id="23" name="Text 19"/>
          <p:cNvSpPr/>
          <p:nvPr/>
        </p:nvSpPr>
        <p:spPr>
          <a:xfrm>
            <a:off x="609600" y="876300"/>
            <a:ext cx="609600" cy="57150"/>
          </a:xfrm>
          <a:prstGeom prst="rect">
            <a:avLst/>
          </a:prstGeom>
          <a:solidFill>
            <a:srgbClr val="3C3A32"/>
          </a:solidFill>
          <a:ln/>
        </p:spPr>
        <p:txBody>
          <a:bodyPr wrap="square" rtlCol="0" anchor="ctr"/>
          <a:lstStyle/>
          <a:p>
            <a:pPr marL="0" indent="0">
              <a:buNone/>
            </a:pPr>
            <a:endParaRPr lang="en-US" dirty="0"/>
          </a:p>
        </p:txBody>
      </p:sp>
      <p:sp>
        <p:nvSpPr>
          <p:cNvPr id="24" name="Text 20"/>
          <p:cNvSpPr/>
          <p:nvPr/>
        </p:nvSpPr>
        <p:spPr>
          <a:xfrm>
            <a:off x="609600" y="1238250"/>
            <a:ext cx="2889504" cy="749808"/>
          </a:xfrm>
          <a:prstGeom prst="rect">
            <a:avLst/>
          </a:prstGeom>
          <a:noFill/>
          <a:ln/>
        </p:spPr>
        <p:txBody>
          <a:bodyPr vert="horz" wrap="square" lIns="0" tIns="0" rIns="0" bIns="0" rtlCol="0" anchor="t"/>
          <a:lstStyle/>
          <a:p>
            <a:pPr marL="0" indent="0" algn="l">
              <a:lnSpc>
                <a:spcPts val="1463"/>
              </a:lnSpc>
              <a:buNone/>
            </a:pPr>
            <a:r>
              <a:rPr lang="en-US" sz="900" b="1" kern="0" spc="180" dirty="0">
                <a:solidFill>
                  <a:srgbClr val="3C3A32">
                    <a:alpha val="70000"/>
                  </a:srgbClr>
                </a:solidFill>
                <a:latin typeface="Nunito ExtraLight" pitchFamily="34" charset="0"/>
                <a:ea typeface="Nunito ExtraLight" pitchFamily="34" charset="-122"/>
                <a:cs typeface="Nunito ExtraLight" pitchFamily="34" charset="-120"/>
              </a:rPr>
              <a:t>MELINDUNGI ASET INTI TEKNOLOGI MELALUI PEMILIHAN KELAS PENDAFTARAN YANG TEPAT DAN STRATEGIS.</a:t>
            </a:r>
            <a:endParaRPr lang="en-US" sz="900" dirty="0"/>
          </a:p>
        </p:txBody>
      </p:sp>
      <p:sp>
        <p:nvSpPr>
          <p:cNvPr id="25" name="Text 21"/>
          <p:cNvSpPr/>
          <p:nvPr/>
        </p:nvSpPr>
        <p:spPr>
          <a:xfrm>
            <a:off x="607665" y="2135386"/>
            <a:ext cx="4059936" cy="1280160"/>
          </a:xfrm>
          <a:prstGeom prst="rect">
            <a:avLst/>
          </a:prstGeom>
          <a:noFill/>
          <a:ln/>
        </p:spPr>
        <p:txBody>
          <a:bodyPr vert="horz" wrap="square" lIns="0" tIns="0" rIns="0" bIns="0" rtlCol="0" anchor="t"/>
          <a:lstStyle/>
          <a:p>
            <a:pPr marL="0" indent="0" algn="l">
              <a:lnSpc>
                <a:spcPts val="5040"/>
              </a:lnSpc>
              <a:buNone/>
            </a:pPr>
            <a:r>
              <a:rPr lang="en-US" sz="4800" i="1" kern="0" spc="-100" dirty="0">
                <a:solidFill>
                  <a:srgbClr val="3C3A32"/>
                </a:solidFill>
                <a:latin typeface="Pacifico" pitchFamily="34" charset="0"/>
                <a:ea typeface="Pacifico" pitchFamily="34" charset="-122"/>
                <a:cs typeface="Pacifico" pitchFamily="34" charset="-120"/>
              </a:rPr>
              <a:t>Kelas 9 &amp;</a:t>
            </a:r>
            <a:endParaRPr lang="en-US" sz="4800" dirty="0"/>
          </a:p>
          <a:p>
            <a:pPr marL="0" indent="0" algn="l">
              <a:lnSpc>
                <a:spcPts val="5040"/>
              </a:lnSpc>
              <a:buNone/>
            </a:pPr>
            <a:r>
              <a:rPr lang="en-US" sz="4800" i="1" kern="0" spc="-100" dirty="0">
                <a:solidFill>
                  <a:srgbClr val="3C3A32"/>
                </a:solidFill>
                <a:latin typeface="Pacifico" pitchFamily="34" charset="0"/>
                <a:ea typeface="Pacifico" pitchFamily="34" charset="-122"/>
                <a:cs typeface="Pacifico" pitchFamily="34" charset="-120"/>
              </a:rPr>
              <a:t>Kelas 35.</a:t>
            </a:r>
            <a:endParaRPr lang="en-US" sz="4800" dirty="0"/>
          </a:p>
        </p:txBody>
      </p:sp>
      <p:sp>
        <p:nvSpPr>
          <p:cNvPr id="26" name="Text 22"/>
          <p:cNvSpPr/>
          <p:nvPr/>
        </p:nvSpPr>
        <p:spPr>
          <a:xfrm>
            <a:off x="607665" y="3642122"/>
            <a:ext cx="4032504" cy="301752"/>
          </a:xfrm>
          <a:prstGeom prst="rect">
            <a:avLst/>
          </a:prstGeom>
          <a:noFill/>
          <a:ln/>
        </p:spPr>
        <p:txBody>
          <a:bodyPr vert="horz" wrap="none" lIns="0" tIns="0" rIns="0" bIns="0" rtlCol="0" anchor="t">
            <a:normAutofit/>
          </a:bodyPr>
          <a:lstStyle/>
          <a:p>
            <a:pPr marL="0" indent="0" algn="l">
              <a:lnSpc>
                <a:spcPts val="2100"/>
              </a:lnSpc>
              <a:buNone/>
            </a:pPr>
            <a:r>
              <a:rPr lang="en-US" sz="1500" kern="0" spc="150" dirty="0">
                <a:solidFill>
                  <a:srgbClr val="3C3A32">
                    <a:alpha val="60000"/>
                  </a:srgbClr>
                </a:solidFill>
                <a:latin typeface="Nunito ExtraLight" pitchFamily="34" charset="0"/>
                <a:ea typeface="Nunito ExtraLight" pitchFamily="34" charset="-122"/>
                <a:cs typeface="Nunito ExtraLight" pitchFamily="34" charset="-120"/>
              </a:rPr>
              <a:t>FOKUS PENDAFTARAN MEREK</a:t>
            </a:r>
            <a:endParaRPr lang="en-US" sz="1500" dirty="0"/>
          </a:p>
        </p:txBody>
      </p:sp>
      <p:sp>
        <p:nvSpPr>
          <p:cNvPr id="27" name="Text 23"/>
          <p:cNvSpPr/>
          <p:nvPr/>
        </p:nvSpPr>
        <p:spPr>
          <a:xfrm>
            <a:off x="-381000" y="4800600"/>
            <a:ext cx="2438400" cy="2438400"/>
          </a:xfrm>
          <a:prstGeom prst="roundRect">
            <a:avLst>
              <a:gd name="adj" fmla="val 100000"/>
            </a:avLst>
          </a:prstGeom>
          <a:solidFill>
            <a:srgbClr val="FFFFFF">
              <a:alpha val="10000"/>
            </a:srgbClr>
          </a:solidFill>
          <a:ln/>
        </p:spPr>
        <p:txBody>
          <a:bodyPr wrap="square" rtlCol="0" anchor="ctr"/>
          <a:lstStyle/>
          <a:p>
            <a:pPr marL="0" indent="0">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FFFFF"/>
          </a:solidFill>
          <a:ln/>
        </p:spPr>
        <p:txBody>
          <a:bodyPr wrap="square" rtlCol="0" anchor="ctr"/>
          <a:lstStyle/>
          <a:p>
            <a:pPr marL="0" indent="0">
              <a:buNone/>
            </a:pPr>
            <a:endParaRPr lang="en-US" dirty="0"/>
          </a:p>
        </p:txBody>
      </p:sp>
      <p:sp>
        <p:nvSpPr>
          <p:cNvPr id="3" name="Text 1"/>
          <p:cNvSpPr/>
          <p:nvPr/>
        </p:nvSpPr>
        <p:spPr>
          <a:xfrm>
            <a:off x="5120580" y="0"/>
            <a:ext cx="7071271" cy="6858000"/>
          </a:xfrm>
          <a:prstGeom prst="rect">
            <a:avLst/>
          </a:prstGeom>
          <a:solidFill>
            <a:srgbClr val="FFFFFF"/>
          </a:solidFill>
          <a:ln/>
        </p:spPr>
        <p:txBody>
          <a:bodyPr wrap="square" rtlCol="0" anchor="ctr"/>
          <a:lstStyle/>
          <a:p>
            <a:pPr marL="0" indent="0">
              <a:buNone/>
            </a:pPr>
            <a:endParaRPr lang="en-US" dirty="0"/>
          </a:p>
        </p:txBody>
      </p:sp>
      <p:sp>
        <p:nvSpPr>
          <p:cNvPr id="4" name="Text 2"/>
          <p:cNvSpPr/>
          <p:nvPr/>
        </p:nvSpPr>
        <p:spPr>
          <a:xfrm>
            <a:off x="5882580" y="823913"/>
            <a:ext cx="76200" cy="76200"/>
          </a:xfrm>
          <a:prstGeom prst="roundRect">
            <a:avLst>
              <a:gd name="adj" fmla="val 960000"/>
            </a:avLst>
          </a:prstGeom>
          <a:solidFill>
            <a:srgbClr val="3C3A32"/>
          </a:solidFill>
          <a:ln/>
        </p:spPr>
        <p:txBody>
          <a:bodyPr wrap="square" rtlCol="0" anchor="ctr"/>
          <a:lstStyle/>
          <a:p>
            <a:pPr marL="0" indent="0">
              <a:buNone/>
            </a:pPr>
            <a:endParaRPr lang="en-US" dirty="0"/>
          </a:p>
        </p:txBody>
      </p:sp>
      <p:sp>
        <p:nvSpPr>
          <p:cNvPr id="5" name="Text 3"/>
          <p:cNvSpPr/>
          <p:nvPr/>
        </p:nvSpPr>
        <p:spPr>
          <a:xfrm>
            <a:off x="6112148" y="762000"/>
            <a:ext cx="2606040" cy="228600"/>
          </a:xfrm>
          <a:prstGeom prst="rect">
            <a:avLst/>
          </a:prstGeom>
          <a:noFill/>
          <a:ln/>
        </p:spPr>
        <p:txBody>
          <a:bodyPr vert="horz" wrap="none" lIns="0" tIns="0" rIns="0" bIns="0" rtlCol="0" anchor="t">
            <a:normAutofit/>
          </a:bodyPr>
          <a:lstStyle/>
          <a:p>
            <a:pPr marL="0" indent="0" algn="l">
              <a:lnSpc>
                <a:spcPts val="1575"/>
              </a:lnSpc>
              <a:buNone/>
            </a:pPr>
            <a:r>
              <a:rPr lang="en-US" sz="1050" b="1" kern="0" spc="200" dirty="0">
                <a:solidFill>
                  <a:srgbClr val="3C3A32"/>
                </a:solidFill>
                <a:latin typeface="Nunito ExtraLight" pitchFamily="34" charset="0"/>
                <a:ea typeface="Nunito ExtraLight" pitchFamily="34" charset="-122"/>
                <a:cs typeface="Nunito ExtraLight" pitchFamily="34" charset="-120"/>
              </a:rPr>
              <a:t>INTEGRASI ASET STRATEGIS</a:t>
            </a:r>
            <a:endParaRPr lang="en-US" sz="1050" dirty="0"/>
          </a:p>
        </p:txBody>
      </p:sp>
      <p:pic>
        <p:nvPicPr>
          <p:cNvPr id="6" name="Image 0" descr="image.png"/>
          <p:cNvPicPr>
            <a:picLocks noChangeAspect="1"/>
          </p:cNvPicPr>
          <p:nvPr/>
        </p:nvPicPr>
        <p:blipFill>
          <a:blip r:embed="rId3"/>
          <a:srcRect/>
          <a:stretch/>
        </p:blipFill>
        <p:spPr>
          <a:xfrm>
            <a:off x="5882580" y="1114425"/>
            <a:ext cx="5543550" cy="3781425"/>
          </a:xfrm>
          <a:prstGeom prst="rect">
            <a:avLst/>
          </a:prstGeom>
        </p:spPr>
      </p:pic>
      <p:sp>
        <p:nvSpPr>
          <p:cNvPr id="7" name="Shape 4"/>
          <p:cNvSpPr/>
          <p:nvPr/>
        </p:nvSpPr>
        <p:spPr>
          <a:xfrm>
            <a:off x="5882580" y="6086475"/>
            <a:ext cx="2544961" cy="0"/>
          </a:xfrm>
          <a:prstGeom prst="line">
            <a:avLst/>
          </a:prstGeom>
          <a:noFill/>
          <a:ln w="19050">
            <a:solidFill>
              <a:srgbClr val="CDEE9E"/>
            </a:solidFill>
            <a:prstDash val="solid"/>
          </a:ln>
        </p:spPr>
      </p:sp>
      <p:sp>
        <p:nvSpPr>
          <p:cNvPr id="8" name="Text 5"/>
          <p:cNvSpPr/>
          <p:nvPr/>
        </p:nvSpPr>
        <p:spPr>
          <a:xfrm>
            <a:off x="5882580" y="5191125"/>
            <a:ext cx="576072" cy="164592"/>
          </a:xfrm>
          <a:prstGeom prst="rect">
            <a:avLst/>
          </a:prstGeom>
          <a:noFill/>
          <a:ln/>
        </p:spPr>
        <p:txBody>
          <a:bodyPr vert="horz" wrap="none" lIns="0" tIns="0" rIns="0" bIns="0" rtlCol="0" anchor="t">
            <a:normAutofit/>
          </a:bodyPr>
          <a:lstStyle/>
          <a:p>
            <a:pPr marL="0" indent="0" algn="l">
              <a:lnSpc>
                <a:spcPts val="1125"/>
              </a:lnSpc>
              <a:buNone/>
            </a:pPr>
            <a:r>
              <a:rPr lang="en-US" sz="750" b="1" kern="0" spc="70" dirty="0">
                <a:solidFill>
                  <a:srgbClr val="9CA3AF"/>
                </a:solidFill>
                <a:latin typeface="Nunito ExtraLight" pitchFamily="34" charset="0"/>
                <a:ea typeface="Nunito ExtraLight" pitchFamily="34" charset="-122"/>
                <a:cs typeface="Nunito ExtraLight" pitchFamily="34" charset="-120"/>
              </a:rPr>
              <a:t>KELAS 38</a:t>
            </a:r>
            <a:endParaRPr lang="en-US" sz="750" dirty="0"/>
          </a:p>
        </p:txBody>
      </p:sp>
      <p:sp>
        <p:nvSpPr>
          <p:cNvPr id="9" name="Text 6"/>
          <p:cNvSpPr/>
          <p:nvPr/>
        </p:nvSpPr>
        <p:spPr>
          <a:xfrm>
            <a:off x="5883473" y="5391150"/>
            <a:ext cx="2587752" cy="539496"/>
          </a:xfrm>
          <a:prstGeom prst="rect">
            <a:avLst/>
          </a:prstGeom>
          <a:noFill/>
          <a:ln/>
        </p:spPr>
        <p:txBody>
          <a:bodyPr vert="horz" wrap="square" lIns="0" tIns="0" rIns="0" bIns="0" rtlCol="0" anchor="t"/>
          <a:lstStyle/>
          <a:p>
            <a:pPr marL="0" indent="0" algn="l">
              <a:lnSpc>
                <a:spcPts val="2100"/>
              </a:lnSpc>
              <a:buNone/>
            </a:pPr>
            <a:r>
              <a:rPr lang="en-US" sz="1350" b="1" dirty="0">
                <a:solidFill>
                  <a:srgbClr val="3C3A32"/>
                </a:solidFill>
                <a:latin typeface="Nunito ExtraLight" pitchFamily="34" charset="0"/>
                <a:ea typeface="Nunito ExtraLight" pitchFamily="34" charset="-122"/>
                <a:cs typeface="Nunito ExtraLight" pitchFamily="34" charset="-120"/>
              </a:rPr>
              <a:t>Layanan Transmisi &amp; Akses Internet</a:t>
            </a:r>
            <a:endParaRPr lang="en-US" sz="1350" dirty="0"/>
          </a:p>
        </p:txBody>
      </p:sp>
      <p:sp>
        <p:nvSpPr>
          <p:cNvPr id="10" name="Shape 7"/>
          <p:cNvSpPr/>
          <p:nvPr/>
        </p:nvSpPr>
        <p:spPr>
          <a:xfrm>
            <a:off x="8884741" y="6086475"/>
            <a:ext cx="2545110" cy="0"/>
          </a:xfrm>
          <a:prstGeom prst="line">
            <a:avLst/>
          </a:prstGeom>
          <a:noFill/>
          <a:ln w="19050">
            <a:solidFill>
              <a:srgbClr val="CDEE9E"/>
            </a:solidFill>
            <a:prstDash val="solid"/>
          </a:ln>
        </p:spPr>
      </p:sp>
      <p:sp>
        <p:nvSpPr>
          <p:cNvPr id="11" name="Text 8"/>
          <p:cNvSpPr/>
          <p:nvPr/>
        </p:nvSpPr>
        <p:spPr>
          <a:xfrm>
            <a:off x="8884741" y="5191125"/>
            <a:ext cx="576072" cy="164592"/>
          </a:xfrm>
          <a:prstGeom prst="rect">
            <a:avLst/>
          </a:prstGeom>
          <a:noFill/>
          <a:ln/>
        </p:spPr>
        <p:txBody>
          <a:bodyPr vert="horz" wrap="none" lIns="0" tIns="0" rIns="0" bIns="0" rtlCol="0" anchor="t">
            <a:normAutofit/>
          </a:bodyPr>
          <a:lstStyle/>
          <a:p>
            <a:pPr marL="0" indent="0" algn="l">
              <a:lnSpc>
                <a:spcPts val="1125"/>
              </a:lnSpc>
              <a:buNone/>
            </a:pPr>
            <a:r>
              <a:rPr lang="en-US" sz="750" b="1" kern="0" spc="70" dirty="0">
                <a:solidFill>
                  <a:srgbClr val="9CA3AF"/>
                </a:solidFill>
                <a:latin typeface="Nunito ExtraLight" pitchFamily="34" charset="0"/>
                <a:ea typeface="Nunito ExtraLight" pitchFamily="34" charset="-122"/>
                <a:cs typeface="Nunito ExtraLight" pitchFamily="34" charset="-120"/>
              </a:rPr>
              <a:t>KELAS 41</a:t>
            </a:r>
            <a:endParaRPr lang="en-US" sz="750" dirty="0"/>
          </a:p>
        </p:txBody>
      </p:sp>
      <p:sp>
        <p:nvSpPr>
          <p:cNvPr id="12" name="Text 9"/>
          <p:cNvSpPr/>
          <p:nvPr/>
        </p:nvSpPr>
        <p:spPr>
          <a:xfrm>
            <a:off x="8885709" y="5391150"/>
            <a:ext cx="2587752" cy="539496"/>
          </a:xfrm>
          <a:prstGeom prst="rect">
            <a:avLst/>
          </a:prstGeom>
          <a:noFill/>
          <a:ln/>
        </p:spPr>
        <p:txBody>
          <a:bodyPr vert="horz" wrap="square" lIns="0" tIns="0" rIns="0" bIns="0" rtlCol="0" anchor="t"/>
          <a:lstStyle/>
          <a:p>
            <a:pPr marL="0" indent="0" algn="l">
              <a:lnSpc>
                <a:spcPts val="2100"/>
              </a:lnSpc>
              <a:buNone/>
            </a:pPr>
            <a:r>
              <a:rPr lang="en-US" sz="1350" b="1" dirty="0">
                <a:solidFill>
                  <a:srgbClr val="3C3A32"/>
                </a:solidFill>
                <a:latin typeface="Nunito ExtraLight" pitchFamily="34" charset="0"/>
                <a:ea typeface="Nunito ExtraLight" pitchFamily="34" charset="-122"/>
                <a:cs typeface="Nunito ExtraLight" pitchFamily="34" charset="-120"/>
              </a:rPr>
              <a:t>Hiburan Digital &amp; Pelatihan Online</a:t>
            </a:r>
            <a:endParaRPr lang="en-US" sz="1350" dirty="0"/>
          </a:p>
        </p:txBody>
      </p:sp>
      <p:sp>
        <p:nvSpPr>
          <p:cNvPr id="13" name="Text 10"/>
          <p:cNvSpPr/>
          <p:nvPr/>
        </p:nvSpPr>
        <p:spPr>
          <a:xfrm>
            <a:off x="0" y="0"/>
            <a:ext cx="5120580" cy="6858000"/>
          </a:xfrm>
          <a:prstGeom prst="rect">
            <a:avLst/>
          </a:prstGeom>
          <a:solidFill>
            <a:srgbClr val="CDEE9E"/>
          </a:solidFill>
          <a:ln/>
        </p:spPr>
        <p:txBody>
          <a:bodyPr wrap="square" rtlCol="0" anchor="ctr"/>
          <a:lstStyle/>
          <a:p>
            <a:pPr marL="0" indent="0">
              <a:buNone/>
            </a:pPr>
            <a:endParaRPr lang="en-US" dirty="0"/>
          </a:p>
        </p:txBody>
      </p:sp>
      <p:sp>
        <p:nvSpPr>
          <p:cNvPr id="14" name="Text 11"/>
          <p:cNvSpPr/>
          <p:nvPr/>
        </p:nvSpPr>
        <p:spPr>
          <a:xfrm>
            <a:off x="608707" y="609600"/>
            <a:ext cx="1664208" cy="301752"/>
          </a:xfrm>
          <a:prstGeom prst="rect">
            <a:avLst/>
          </a:prstGeom>
          <a:noFill/>
          <a:ln/>
        </p:spPr>
        <p:txBody>
          <a:bodyPr vert="horz" wrap="none" lIns="0" tIns="0" rIns="0" bIns="0" rtlCol="0" anchor="t">
            <a:normAutofit/>
          </a:bodyPr>
          <a:lstStyle/>
          <a:p>
            <a:pPr marL="0" indent="0" algn="l">
              <a:lnSpc>
                <a:spcPts val="2100"/>
              </a:lnSpc>
              <a:buNone/>
            </a:pPr>
            <a:r>
              <a:rPr lang="en-US" sz="1500" b="1" kern="0" spc="180" dirty="0">
                <a:solidFill>
                  <a:srgbClr val="3C3A32"/>
                </a:solidFill>
                <a:latin typeface="Nunito ExtraLight" pitchFamily="34" charset="0"/>
                <a:ea typeface="Nunito ExtraLight" pitchFamily="34" charset="-122"/>
                <a:cs typeface="Nunito ExtraLight" pitchFamily="34" charset="-120"/>
              </a:rPr>
              <a:t>HAKI DIGITAL</a:t>
            </a:r>
            <a:endParaRPr lang="en-US" sz="1500" dirty="0"/>
          </a:p>
        </p:txBody>
      </p:sp>
      <p:sp>
        <p:nvSpPr>
          <p:cNvPr id="15" name="Text 12"/>
          <p:cNvSpPr/>
          <p:nvPr/>
        </p:nvSpPr>
        <p:spPr>
          <a:xfrm>
            <a:off x="2303264" y="666750"/>
            <a:ext cx="9525" cy="152400"/>
          </a:xfrm>
          <a:prstGeom prst="rect">
            <a:avLst/>
          </a:prstGeom>
          <a:solidFill>
            <a:srgbClr val="3C3A32">
              <a:alpha val="30000"/>
            </a:srgbClr>
          </a:solidFill>
          <a:ln/>
        </p:spPr>
        <p:txBody>
          <a:bodyPr wrap="square" rtlCol="0" anchor="ctr"/>
          <a:lstStyle/>
          <a:p>
            <a:pPr marL="0" indent="0">
              <a:buNone/>
            </a:pPr>
            <a:endParaRPr lang="en-US" dirty="0"/>
          </a:p>
        </p:txBody>
      </p:sp>
      <p:sp>
        <p:nvSpPr>
          <p:cNvPr id="16" name="Text 13"/>
          <p:cNvSpPr/>
          <p:nvPr/>
        </p:nvSpPr>
        <p:spPr>
          <a:xfrm>
            <a:off x="2426196" y="609600"/>
            <a:ext cx="1938528" cy="301752"/>
          </a:xfrm>
          <a:prstGeom prst="rect">
            <a:avLst/>
          </a:prstGeom>
          <a:noFill/>
          <a:ln/>
        </p:spPr>
        <p:txBody>
          <a:bodyPr vert="horz" wrap="none" lIns="0" tIns="0" rIns="0" bIns="0" rtlCol="0" anchor="t">
            <a:normAutofit/>
          </a:bodyPr>
          <a:lstStyle/>
          <a:p>
            <a:pPr marL="0" indent="0" algn="l">
              <a:lnSpc>
                <a:spcPts val="2100"/>
              </a:lnSpc>
              <a:buNone/>
            </a:pPr>
            <a:r>
              <a:rPr lang="en-US" sz="1350" kern="0" spc="130" dirty="0">
                <a:solidFill>
                  <a:srgbClr val="3C3A32">
                    <a:alpha val="80000"/>
                  </a:srgbClr>
                </a:solidFill>
                <a:latin typeface="Nunito ExtraLight" pitchFamily="34" charset="0"/>
                <a:ea typeface="Nunito ExtraLight" pitchFamily="34" charset="-122"/>
                <a:cs typeface="Nunito ExtraLight" pitchFamily="34" charset="-120"/>
              </a:rPr>
              <a:t>ERA KONEKTIVITAS</a:t>
            </a:r>
            <a:endParaRPr lang="en-US" sz="1350" dirty="0"/>
          </a:p>
        </p:txBody>
      </p:sp>
      <p:sp>
        <p:nvSpPr>
          <p:cNvPr id="17" name="Text 14"/>
          <p:cNvSpPr/>
          <p:nvPr/>
        </p:nvSpPr>
        <p:spPr>
          <a:xfrm>
            <a:off x="609600" y="2344341"/>
            <a:ext cx="609600" cy="57150"/>
          </a:xfrm>
          <a:prstGeom prst="rect">
            <a:avLst/>
          </a:prstGeom>
          <a:solidFill>
            <a:srgbClr val="3C3A32"/>
          </a:solidFill>
          <a:ln/>
        </p:spPr>
        <p:txBody>
          <a:bodyPr wrap="square" rtlCol="0" anchor="ctr"/>
          <a:lstStyle/>
          <a:p>
            <a:pPr marL="0" indent="0">
              <a:buNone/>
            </a:pPr>
            <a:endParaRPr lang="en-US" dirty="0"/>
          </a:p>
        </p:txBody>
      </p:sp>
      <p:sp>
        <p:nvSpPr>
          <p:cNvPr id="18" name="Text 15"/>
          <p:cNvSpPr/>
          <p:nvPr/>
        </p:nvSpPr>
        <p:spPr>
          <a:xfrm>
            <a:off x="609600" y="2782491"/>
            <a:ext cx="3429000" cy="938213"/>
          </a:xfrm>
          <a:prstGeom prst="rect">
            <a:avLst/>
          </a:prstGeom>
          <a:solidFill>
            <a:srgbClr val="3C3A32"/>
          </a:solidFill>
          <a:ln/>
        </p:spPr>
        <p:txBody>
          <a:bodyPr wrap="square" rtlCol="0" anchor="ctr"/>
          <a:lstStyle/>
          <a:p>
            <a:pPr marL="0" indent="0">
              <a:buNone/>
            </a:pPr>
            <a:endParaRPr lang="en-US" dirty="0"/>
          </a:p>
        </p:txBody>
      </p:sp>
      <p:sp>
        <p:nvSpPr>
          <p:cNvPr id="19" name="Shape 16"/>
          <p:cNvSpPr/>
          <p:nvPr/>
        </p:nvSpPr>
        <p:spPr>
          <a:xfrm>
            <a:off x="609600" y="2782491"/>
            <a:ext cx="0" cy="938213"/>
          </a:xfrm>
          <a:prstGeom prst="line">
            <a:avLst/>
          </a:prstGeom>
          <a:noFill/>
          <a:ln w="38100">
            <a:solidFill>
              <a:srgbClr val="FFFFFF"/>
            </a:solidFill>
            <a:prstDash val="solid"/>
          </a:ln>
        </p:spPr>
      </p:sp>
      <p:sp>
        <p:nvSpPr>
          <p:cNvPr id="20" name="Text 17"/>
          <p:cNvSpPr/>
          <p:nvPr/>
        </p:nvSpPr>
        <p:spPr>
          <a:xfrm>
            <a:off x="838200" y="2970609"/>
            <a:ext cx="2926080" cy="566928"/>
          </a:xfrm>
          <a:prstGeom prst="rect">
            <a:avLst/>
          </a:prstGeom>
          <a:noFill/>
          <a:ln/>
        </p:spPr>
        <p:txBody>
          <a:bodyPr vert="horz" wrap="square" lIns="0" tIns="0" rIns="0" bIns="0" rtlCol="0" anchor="t"/>
          <a:lstStyle/>
          <a:p>
            <a:pPr marL="0" indent="0" algn="l">
              <a:lnSpc>
                <a:spcPts val="1463"/>
              </a:lnSpc>
              <a:buNone/>
            </a:pPr>
            <a:r>
              <a:rPr lang="en-US" sz="900" kern="0" spc="20" dirty="0">
                <a:solidFill>
                  <a:srgbClr val="FFFFFF"/>
                </a:solidFill>
                <a:latin typeface="Nunito ExtraLight" pitchFamily="34" charset="0"/>
                <a:ea typeface="Nunito ExtraLight" pitchFamily="34" charset="-122"/>
                <a:cs typeface="Nunito ExtraLight" pitchFamily="34" charset="-120"/>
              </a:rPr>
              <a:t>Perlindungan merek di era digital kini berfokus pada sektor telekomunikasi dan hiburan untuk mitigasi risiko pelanggaran di masa depan.</a:t>
            </a:r>
            <a:endParaRPr lang="en-US" sz="900" dirty="0"/>
          </a:p>
        </p:txBody>
      </p:sp>
      <p:sp>
        <p:nvSpPr>
          <p:cNvPr id="21" name="Text 18"/>
          <p:cNvSpPr/>
          <p:nvPr/>
        </p:nvSpPr>
        <p:spPr>
          <a:xfrm>
            <a:off x="607665" y="4027289"/>
            <a:ext cx="4059936" cy="1280160"/>
          </a:xfrm>
          <a:prstGeom prst="rect">
            <a:avLst/>
          </a:prstGeom>
          <a:noFill/>
          <a:ln/>
        </p:spPr>
        <p:txBody>
          <a:bodyPr vert="horz" wrap="square" lIns="0" tIns="0" rIns="0" bIns="0" rtlCol="0" anchor="t"/>
          <a:lstStyle/>
          <a:p>
            <a:pPr marL="0" indent="0" algn="l">
              <a:lnSpc>
                <a:spcPts val="5040"/>
              </a:lnSpc>
              <a:buNone/>
            </a:pPr>
            <a:r>
              <a:rPr lang="en-US" sz="4800" kern="0" spc="-100" dirty="0">
                <a:solidFill>
                  <a:srgbClr val="3C3A32"/>
                </a:solidFill>
                <a:latin typeface="Pacifico" pitchFamily="34" charset="0"/>
                <a:ea typeface="Pacifico" pitchFamily="34" charset="-122"/>
                <a:cs typeface="Pacifico" pitchFamily="34" charset="-120"/>
              </a:rPr>
              <a:t>Strategi</a:t>
            </a:r>
            <a:endParaRPr lang="en-US" sz="4800" dirty="0"/>
          </a:p>
          <a:p>
            <a:pPr marL="0" indent="0" algn="l">
              <a:lnSpc>
                <a:spcPts val="5040"/>
              </a:lnSpc>
              <a:buNone/>
            </a:pPr>
            <a:r>
              <a:rPr lang="en-US" sz="4800" kern="0" spc="-100" dirty="0">
                <a:solidFill>
                  <a:srgbClr val="3C3A32"/>
                </a:solidFill>
                <a:latin typeface="Pacifico" pitchFamily="34" charset="0"/>
                <a:ea typeface="Pacifico" pitchFamily="34" charset="-122"/>
                <a:cs typeface="Pacifico" pitchFamily="34" charset="-120"/>
              </a:rPr>
              <a:t>Kelas 38 &amp; 41.</a:t>
            </a:r>
            <a:endParaRPr lang="en-US" sz="4800" dirty="0"/>
          </a:p>
        </p:txBody>
      </p:sp>
      <p:sp>
        <p:nvSpPr>
          <p:cNvPr id="22" name="Text 19"/>
          <p:cNvSpPr/>
          <p:nvPr/>
        </p:nvSpPr>
        <p:spPr>
          <a:xfrm>
            <a:off x="607665" y="5534025"/>
            <a:ext cx="4032504" cy="292608"/>
          </a:xfrm>
          <a:prstGeom prst="rect">
            <a:avLst/>
          </a:prstGeom>
          <a:noFill/>
          <a:ln/>
        </p:spPr>
        <p:txBody>
          <a:bodyPr vert="horz" wrap="none" lIns="0" tIns="0" rIns="0" bIns="0" rtlCol="0" anchor="t">
            <a:normAutofit/>
          </a:bodyPr>
          <a:lstStyle/>
          <a:p>
            <a:pPr marL="0" indent="0" algn="l">
              <a:lnSpc>
                <a:spcPts val="2025"/>
              </a:lnSpc>
              <a:buNone/>
            </a:pPr>
            <a:r>
              <a:rPr lang="en-US" sz="1350" kern="0" spc="130" dirty="0">
                <a:solidFill>
                  <a:srgbClr val="3C3A32">
                    <a:alpha val="60000"/>
                  </a:srgbClr>
                </a:solidFill>
                <a:latin typeface="Nunito ExtraLight" pitchFamily="34" charset="0"/>
                <a:ea typeface="Nunito ExtraLight" pitchFamily="34" charset="-122"/>
                <a:cs typeface="Nunito ExtraLight" pitchFamily="34" charset="-120"/>
              </a:rPr>
              <a:t>KONEKTIVITAS DAN KONTEN</a:t>
            </a:r>
            <a:endParaRPr lang="en-US" sz="1350" dirty="0"/>
          </a:p>
        </p:txBody>
      </p:sp>
      <p:sp>
        <p:nvSpPr>
          <p:cNvPr id="23" name="Text 20"/>
          <p:cNvSpPr/>
          <p:nvPr/>
        </p:nvSpPr>
        <p:spPr>
          <a:xfrm>
            <a:off x="3977580" y="5715000"/>
            <a:ext cx="1524000" cy="1524000"/>
          </a:xfrm>
          <a:prstGeom prst="roundRect">
            <a:avLst>
              <a:gd name="adj" fmla="val 600000"/>
            </a:avLst>
          </a:prstGeom>
          <a:noFill/>
          <a:ln w="76200">
            <a:solidFill>
              <a:srgbClr val="FFFFFF">
                <a:alpha val="20000"/>
              </a:srgbClr>
            </a:solidFill>
          </a:ln>
        </p:spPr>
        <p:txBody>
          <a:bodyPr wrap="square" rtlCol="0" anchor="ctr"/>
          <a:lstStyle/>
          <a:p>
            <a:pPr marL="0" indent="0">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FFFFF"/>
          </a:solidFill>
          <a:ln/>
        </p:spPr>
        <p:txBody>
          <a:bodyPr wrap="square" rtlCol="0" anchor="ctr"/>
          <a:lstStyle/>
          <a:p>
            <a:pPr marL="0" indent="0">
              <a:buNone/>
            </a:pPr>
            <a:endParaRPr lang="en-US" dirty="0"/>
          </a:p>
        </p:txBody>
      </p:sp>
      <p:sp>
        <p:nvSpPr>
          <p:cNvPr id="3" name="Text 1"/>
          <p:cNvSpPr/>
          <p:nvPr/>
        </p:nvSpPr>
        <p:spPr>
          <a:xfrm>
            <a:off x="611535" y="457200"/>
            <a:ext cx="1536192" cy="301752"/>
          </a:xfrm>
          <a:prstGeom prst="rect">
            <a:avLst/>
          </a:prstGeom>
          <a:noFill/>
          <a:ln/>
        </p:spPr>
        <p:txBody>
          <a:bodyPr vert="horz" wrap="none" lIns="0" tIns="0" rIns="0" bIns="0" rtlCol="0" anchor="t">
            <a:normAutofit/>
          </a:bodyPr>
          <a:lstStyle/>
          <a:p>
            <a:pPr marL="0" indent="0" algn="l">
              <a:lnSpc>
                <a:spcPts val="2100"/>
              </a:lnSpc>
              <a:buNone/>
            </a:pPr>
            <a:r>
              <a:rPr lang="en-US" sz="1500" b="1" kern="0" spc="180" dirty="0">
                <a:solidFill>
                  <a:srgbClr val="3C3A32"/>
                </a:solidFill>
                <a:latin typeface="Nunito ExtraLight" pitchFamily="34" charset="0"/>
                <a:ea typeface="Nunito ExtraLight" pitchFamily="34" charset="-122"/>
                <a:cs typeface="Nunito ExtraLight" pitchFamily="34" charset="-120"/>
              </a:rPr>
              <a:t>ERA DIGITAL</a:t>
            </a:r>
            <a:endParaRPr lang="en-US" sz="1500" dirty="0"/>
          </a:p>
        </p:txBody>
      </p:sp>
      <p:sp>
        <p:nvSpPr>
          <p:cNvPr id="4" name="Text 2"/>
          <p:cNvSpPr/>
          <p:nvPr/>
        </p:nvSpPr>
        <p:spPr>
          <a:xfrm>
            <a:off x="2185095" y="514350"/>
            <a:ext cx="9525" cy="152400"/>
          </a:xfrm>
          <a:prstGeom prst="rect">
            <a:avLst/>
          </a:prstGeom>
          <a:solidFill>
            <a:srgbClr val="3C3A32">
              <a:alpha val="30000"/>
            </a:srgbClr>
          </a:solidFill>
          <a:ln/>
        </p:spPr>
        <p:txBody>
          <a:bodyPr wrap="square" rtlCol="0" anchor="ctr"/>
          <a:lstStyle/>
          <a:p>
            <a:pPr marL="0" indent="0">
              <a:buNone/>
            </a:pPr>
            <a:endParaRPr lang="en-US" dirty="0"/>
          </a:p>
        </p:txBody>
      </p:sp>
      <p:sp>
        <p:nvSpPr>
          <p:cNvPr id="5" name="Text 3"/>
          <p:cNvSpPr/>
          <p:nvPr/>
        </p:nvSpPr>
        <p:spPr>
          <a:xfrm>
            <a:off x="2309887" y="457200"/>
            <a:ext cx="1764792" cy="301752"/>
          </a:xfrm>
          <a:prstGeom prst="rect">
            <a:avLst/>
          </a:prstGeom>
          <a:noFill/>
          <a:ln/>
        </p:spPr>
        <p:txBody>
          <a:bodyPr vert="horz" wrap="none" lIns="0" tIns="0" rIns="0" bIns="0" rtlCol="0" anchor="t">
            <a:normAutofit/>
          </a:bodyPr>
          <a:lstStyle/>
          <a:p>
            <a:pPr marL="0" indent="0" algn="l">
              <a:lnSpc>
                <a:spcPts val="2100"/>
              </a:lnSpc>
              <a:buNone/>
            </a:pPr>
            <a:r>
              <a:rPr lang="en-US" sz="1350" kern="0" spc="130" dirty="0">
                <a:solidFill>
                  <a:srgbClr val="3C3A32">
                    <a:alpha val="80000"/>
                  </a:srgbClr>
                </a:solidFill>
                <a:latin typeface="Nunito ExtraLight" pitchFamily="34" charset="0"/>
                <a:ea typeface="Nunito ExtraLight" pitchFamily="34" charset="-122"/>
                <a:cs typeface="Nunito ExtraLight" pitchFamily="34" charset="-120"/>
              </a:rPr>
              <a:t>STRATEGI MEREK</a:t>
            </a:r>
            <a:endParaRPr lang="en-US" sz="1350" dirty="0"/>
          </a:p>
        </p:txBody>
      </p:sp>
      <p:sp>
        <p:nvSpPr>
          <p:cNvPr id="6" name="Text 4"/>
          <p:cNvSpPr/>
          <p:nvPr/>
        </p:nvSpPr>
        <p:spPr>
          <a:xfrm>
            <a:off x="609600" y="1028700"/>
            <a:ext cx="3810000" cy="967978"/>
          </a:xfrm>
          <a:prstGeom prst="rect">
            <a:avLst/>
          </a:prstGeom>
          <a:solidFill>
            <a:srgbClr val="3C3A32"/>
          </a:solidFill>
          <a:ln/>
        </p:spPr>
        <p:txBody>
          <a:bodyPr wrap="square" rtlCol="0" anchor="ctr"/>
          <a:lstStyle/>
          <a:p>
            <a:pPr marL="0" indent="0">
              <a:buNone/>
            </a:pPr>
            <a:endParaRPr lang="en-US" dirty="0"/>
          </a:p>
        </p:txBody>
      </p:sp>
      <p:sp>
        <p:nvSpPr>
          <p:cNvPr id="7" name="Shape 5"/>
          <p:cNvSpPr/>
          <p:nvPr/>
        </p:nvSpPr>
        <p:spPr>
          <a:xfrm>
            <a:off x="609600" y="1028700"/>
            <a:ext cx="0" cy="967978"/>
          </a:xfrm>
          <a:prstGeom prst="line">
            <a:avLst/>
          </a:prstGeom>
          <a:noFill/>
          <a:ln w="38100">
            <a:solidFill>
              <a:srgbClr val="CDEE9E"/>
            </a:solidFill>
            <a:prstDash val="solid"/>
          </a:ln>
        </p:spPr>
      </p:sp>
      <p:sp>
        <p:nvSpPr>
          <p:cNvPr id="8" name="Text 6"/>
          <p:cNvSpPr/>
          <p:nvPr/>
        </p:nvSpPr>
        <p:spPr>
          <a:xfrm>
            <a:off x="876300" y="1255514"/>
            <a:ext cx="3346704" cy="521208"/>
          </a:xfrm>
          <a:prstGeom prst="rect">
            <a:avLst/>
          </a:prstGeom>
          <a:noFill/>
          <a:ln/>
        </p:spPr>
        <p:txBody>
          <a:bodyPr vert="horz" wrap="square" lIns="0" tIns="0" rIns="0" bIns="0" rtlCol="0" anchor="t"/>
          <a:lstStyle/>
          <a:p>
            <a:pPr marL="0" indent="0" algn="l">
              <a:lnSpc>
                <a:spcPts val="1341"/>
              </a:lnSpc>
              <a:buNone/>
            </a:pPr>
            <a:r>
              <a:rPr lang="en-US" sz="825" b="1" kern="0" spc="120" dirty="0">
                <a:solidFill>
                  <a:srgbClr val="FFFFFF"/>
                </a:solidFill>
                <a:latin typeface="Nunito ExtraLight" pitchFamily="34" charset="0"/>
                <a:ea typeface="Nunito ExtraLight" pitchFamily="34" charset="-122"/>
                <a:cs typeface="Nunito ExtraLight" pitchFamily="34" charset="-120"/>
              </a:rPr>
              <a:t>PELINDUNGAN KHUSUS UNTUK PENYEDIA SOFTWARE AS A SERVICE (SAAS), RISET, DAN KOMPUTASI AWAN.</a:t>
            </a:r>
            <a:endParaRPr lang="en-US" sz="825" dirty="0"/>
          </a:p>
        </p:txBody>
      </p:sp>
      <p:sp>
        <p:nvSpPr>
          <p:cNvPr id="9" name="Text 7"/>
          <p:cNvSpPr/>
          <p:nvPr/>
        </p:nvSpPr>
        <p:spPr>
          <a:xfrm>
            <a:off x="4802535" y="1052810"/>
            <a:ext cx="4434840" cy="1097280"/>
          </a:xfrm>
          <a:prstGeom prst="rect">
            <a:avLst/>
          </a:prstGeom>
          <a:noFill/>
          <a:ln/>
        </p:spPr>
        <p:txBody>
          <a:bodyPr vert="horz" wrap="square" lIns="0" tIns="0" rIns="0" bIns="0" rtlCol="0" anchor="t"/>
          <a:lstStyle/>
          <a:p>
            <a:pPr marL="0" indent="0" algn="l">
              <a:lnSpc>
                <a:spcPts val="4320"/>
              </a:lnSpc>
              <a:buNone/>
            </a:pPr>
            <a:r>
              <a:rPr lang="en-US" sz="4800" b="1" i="1" kern="0" spc="-250" dirty="0">
                <a:solidFill>
                  <a:srgbClr val="3C3A32"/>
                </a:solidFill>
                <a:latin typeface="Pacifico" pitchFamily="34" charset="0"/>
                <a:ea typeface="Pacifico" pitchFamily="34" charset="-122"/>
                <a:cs typeface="Pacifico" pitchFamily="34" charset="-120"/>
              </a:rPr>
              <a:t>Strategi Kelas 42:</a:t>
            </a:r>
            <a:endParaRPr lang="en-US" sz="4800" dirty="0"/>
          </a:p>
          <a:p>
            <a:pPr marL="0" indent="0" algn="l">
              <a:lnSpc>
                <a:spcPts val="4320"/>
              </a:lnSpc>
              <a:buNone/>
            </a:pPr>
            <a:r>
              <a:rPr lang="en-US" sz="4800" b="1" i="1" kern="0" spc="-250" dirty="0">
                <a:solidFill>
                  <a:srgbClr val="3C3A32"/>
                </a:solidFill>
                <a:latin typeface="Pacifico" pitchFamily="34" charset="0"/>
                <a:ea typeface="Pacifico" pitchFamily="34" charset="-122"/>
                <a:cs typeface="Pacifico" pitchFamily="34" charset="-120"/>
              </a:rPr>
              <a:t>SaaS dan Cloud.</a:t>
            </a:r>
            <a:endParaRPr lang="en-US" sz="4800" dirty="0"/>
          </a:p>
        </p:txBody>
      </p:sp>
      <p:sp>
        <p:nvSpPr>
          <p:cNvPr id="10" name="Text 8"/>
          <p:cNvSpPr/>
          <p:nvPr/>
        </p:nvSpPr>
        <p:spPr>
          <a:xfrm>
            <a:off x="609600" y="2606278"/>
            <a:ext cx="4270248" cy="182880"/>
          </a:xfrm>
          <a:prstGeom prst="rect">
            <a:avLst/>
          </a:prstGeom>
          <a:noFill/>
          <a:ln/>
        </p:spPr>
        <p:txBody>
          <a:bodyPr vert="horz" wrap="none" lIns="0" tIns="0" rIns="0" bIns="0" rtlCol="0" anchor="t">
            <a:normAutofit/>
          </a:bodyPr>
          <a:lstStyle/>
          <a:p>
            <a:pPr marL="0" indent="0" algn="l">
              <a:lnSpc>
                <a:spcPts val="1200"/>
              </a:lnSpc>
              <a:buNone/>
            </a:pPr>
            <a:r>
              <a:rPr lang="en-US" sz="900" b="1" kern="0" spc="270" dirty="0">
                <a:solidFill>
                  <a:srgbClr val="CDEE9E"/>
                </a:solidFill>
                <a:latin typeface="Pacifico" pitchFamily="34" charset="0"/>
                <a:ea typeface="Pacifico" pitchFamily="34" charset="-122"/>
                <a:cs typeface="Pacifico" pitchFamily="34" charset="-120"/>
              </a:rPr>
              <a:t>INTI TEKNOLOGI</a:t>
            </a:r>
            <a:endParaRPr lang="en-US" sz="900" dirty="0"/>
          </a:p>
        </p:txBody>
      </p:sp>
      <p:sp>
        <p:nvSpPr>
          <p:cNvPr id="11" name="Text 9"/>
          <p:cNvSpPr/>
          <p:nvPr/>
        </p:nvSpPr>
        <p:spPr>
          <a:xfrm>
            <a:off x="609600" y="2836069"/>
            <a:ext cx="4187952" cy="402336"/>
          </a:xfrm>
          <a:prstGeom prst="rect">
            <a:avLst/>
          </a:prstGeom>
          <a:noFill/>
          <a:ln/>
        </p:spPr>
        <p:txBody>
          <a:bodyPr vert="horz" wrap="square" lIns="0" tIns="0" rIns="0" bIns="0" rtlCol="0" anchor="t"/>
          <a:lstStyle/>
          <a:p>
            <a:pPr marL="0" indent="0" algn="l">
              <a:lnSpc>
                <a:spcPts val="1584"/>
              </a:lnSpc>
              <a:buNone/>
            </a:pPr>
            <a:r>
              <a:rPr lang="en-US" sz="975" dirty="0">
                <a:solidFill>
                  <a:srgbClr val="6B7280"/>
                </a:solidFill>
                <a:latin typeface="Nunito ExtraLight" pitchFamily="34" charset="0"/>
                <a:ea typeface="Nunito ExtraLight" pitchFamily="34" charset="-122"/>
                <a:cs typeface="Nunito ExtraLight" pitchFamily="34" charset="-120"/>
              </a:rPr>
              <a:t>Kelas 42 memberikan pelindungan krusial bagi fondasi bisnis digital melalui standar hukum perlindungan data yang ketat.</a:t>
            </a:r>
            <a:endParaRPr lang="en-US" sz="975" dirty="0"/>
          </a:p>
        </p:txBody>
      </p:sp>
      <p:sp>
        <p:nvSpPr>
          <p:cNvPr id="12" name="Shape 10"/>
          <p:cNvSpPr/>
          <p:nvPr/>
        </p:nvSpPr>
        <p:spPr>
          <a:xfrm>
            <a:off x="609600" y="4251722"/>
            <a:ext cx="4152900" cy="0"/>
          </a:xfrm>
          <a:prstGeom prst="line">
            <a:avLst/>
          </a:prstGeom>
          <a:noFill/>
          <a:ln w="9525">
            <a:solidFill>
              <a:srgbClr val="E5E7EB"/>
            </a:solidFill>
            <a:prstDash val="solid"/>
          </a:ln>
        </p:spPr>
      </p:sp>
      <p:sp>
        <p:nvSpPr>
          <p:cNvPr id="13" name="Text 11"/>
          <p:cNvSpPr/>
          <p:nvPr/>
        </p:nvSpPr>
        <p:spPr>
          <a:xfrm>
            <a:off x="609600" y="3818334"/>
            <a:ext cx="76200" cy="76200"/>
          </a:xfrm>
          <a:prstGeom prst="roundRect">
            <a:avLst>
              <a:gd name="adj" fmla="val 960000"/>
            </a:avLst>
          </a:prstGeom>
          <a:solidFill>
            <a:srgbClr val="CDEE9E"/>
          </a:solidFill>
          <a:ln/>
        </p:spPr>
        <p:txBody>
          <a:bodyPr wrap="square" rtlCol="0" anchor="ctr"/>
          <a:lstStyle/>
          <a:p>
            <a:pPr marL="0" indent="0">
              <a:buNone/>
            </a:pPr>
            <a:endParaRPr lang="en-US" dirty="0"/>
          </a:p>
        </p:txBody>
      </p:sp>
      <p:sp>
        <p:nvSpPr>
          <p:cNvPr id="14" name="Text 12"/>
          <p:cNvSpPr/>
          <p:nvPr/>
        </p:nvSpPr>
        <p:spPr>
          <a:xfrm>
            <a:off x="838200" y="3656409"/>
            <a:ext cx="4041648" cy="265176"/>
          </a:xfrm>
          <a:prstGeom prst="rect">
            <a:avLst/>
          </a:prstGeom>
          <a:noFill/>
          <a:ln/>
        </p:spPr>
        <p:txBody>
          <a:bodyPr vert="horz" wrap="none" lIns="0" tIns="0" rIns="0" bIns="0" rtlCol="0" anchor="t">
            <a:normAutofit/>
          </a:bodyPr>
          <a:lstStyle/>
          <a:p>
            <a:pPr marL="0" indent="0" algn="l">
              <a:lnSpc>
                <a:spcPts val="1800"/>
              </a:lnSpc>
              <a:buNone/>
            </a:pPr>
            <a:r>
              <a:rPr lang="en-US" sz="1200" b="1" i="1" dirty="0">
                <a:solidFill>
                  <a:srgbClr val="3C3A32"/>
                </a:solidFill>
                <a:latin typeface="Pacifico" pitchFamily="34" charset="0"/>
                <a:ea typeface="Pacifico" pitchFamily="34" charset="-122"/>
                <a:cs typeface="Pacifico" pitchFamily="34" charset="-120"/>
              </a:rPr>
              <a:t>Layanan Komputasi Awan</a:t>
            </a:r>
            <a:endParaRPr lang="en-US" sz="1200" dirty="0"/>
          </a:p>
        </p:txBody>
      </p:sp>
      <p:sp>
        <p:nvSpPr>
          <p:cNvPr id="15" name="Text 13"/>
          <p:cNvSpPr/>
          <p:nvPr/>
        </p:nvSpPr>
        <p:spPr>
          <a:xfrm>
            <a:off x="838200" y="3885009"/>
            <a:ext cx="4032504" cy="201168"/>
          </a:xfrm>
          <a:prstGeom prst="rect">
            <a:avLst/>
          </a:prstGeom>
          <a:noFill/>
          <a:ln/>
        </p:spPr>
        <p:txBody>
          <a:bodyPr vert="horz" wrap="none" lIns="0" tIns="0" rIns="0" bIns="0" rtlCol="0" anchor="t">
            <a:normAutofit/>
          </a:bodyPr>
          <a:lstStyle/>
          <a:p>
            <a:pPr marL="0" indent="0" algn="l">
              <a:lnSpc>
                <a:spcPts val="1350"/>
              </a:lnSpc>
              <a:buNone/>
            </a:pPr>
            <a:r>
              <a:rPr lang="en-US" sz="900" dirty="0">
                <a:solidFill>
                  <a:srgbClr val="9CA3AF"/>
                </a:solidFill>
                <a:latin typeface="Nunito ExtraLight" pitchFamily="34" charset="0"/>
                <a:ea typeface="Nunito ExtraLight" pitchFamily="34" charset="-122"/>
                <a:cs typeface="Nunito ExtraLight" pitchFamily="34" charset="-120"/>
              </a:rPr>
              <a:t>Fondasi utama untuk skalabilitas infrastruktur digital modern.</a:t>
            </a:r>
            <a:endParaRPr lang="en-US" sz="900" dirty="0"/>
          </a:p>
        </p:txBody>
      </p:sp>
      <p:sp>
        <p:nvSpPr>
          <p:cNvPr id="16" name="Shape 14"/>
          <p:cNvSpPr/>
          <p:nvPr/>
        </p:nvSpPr>
        <p:spPr>
          <a:xfrm>
            <a:off x="609600" y="5118497"/>
            <a:ext cx="4152900" cy="0"/>
          </a:xfrm>
          <a:prstGeom prst="line">
            <a:avLst/>
          </a:prstGeom>
          <a:noFill/>
          <a:ln w="9525">
            <a:solidFill>
              <a:srgbClr val="E5E7EB"/>
            </a:solidFill>
            <a:prstDash val="solid"/>
          </a:ln>
        </p:spPr>
      </p:sp>
      <p:sp>
        <p:nvSpPr>
          <p:cNvPr id="17" name="Text 15"/>
          <p:cNvSpPr/>
          <p:nvPr/>
        </p:nvSpPr>
        <p:spPr>
          <a:xfrm>
            <a:off x="609600" y="4685109"/>
            <a:ext cx="76200" cy="76200"/>
          </a:xfrm>
          <a:prstGeom prst="roundRect">
            <a:avLst>
              <a:gd name="adj" fmla="val 960000"/>
            </a:avLst>
          </a:prstGeom>
          <a:solidFill>
            <a:srgbClr val="CDEE9E"/>
          </a:solidFill>
          <a:ln/>
        </p:spPr>
        <p:txBody>
          <a:bodyPr wrap="square" rtlCol="0" anchor="ctr"/>
          <a:lstStyle/>
          <a:p>
            <a:pPr marL="0" indent="0">
              <a:buNone/>
            </a:pPr>
            <a:endParaRPr lang="en-US" dirty="0"/>
          </a:p>
        </p:txBody>
      </p:sp>
      <p:sp>
        <p:nvSpPr>
          <p:cNvPr id="18" name="Text 16"/>
          <p:cNvSpPr/>
          <p:nvPr/>
        </p:nvSpPr>
        <p:spPr>
          <a:xfrm>
            <a:off x="838200" y="4523184"/>
            <a:ext cx="4041648" cy="265176"/>
          </a:xfrm>
          <a:prstGeom prst="rect">
            <a:avLst/>
          </a:prstGeom>
          <a:noFill/>
          <a:ln/>
        </p:spPr>
        <p:txBody>
          <a:bodyPr vert="horz" wrap="none" lIns="0" tIns="0" rIns="0" bIns="0" rtlCol="0" anchor="t">
            <a:normAutofit/>
          </a:bodyPr>
          <a:lstStyle/>
          <a:p>
            <a:pPr marL="0" indent="0" algn="l">
              <a:lnSpc>
                <a:spcPts val="1800"/>
              </a:lnSpc>
              <a:buNone/>
            </a:pPr>
            <a:r>
              <a:rPr lang="en-US" sz="1200" b="1" i="1" dirty="0">
                <a:solidFill>
                  <a:srgbClr val="3C3A32"/>
                </a:solidFill>
                <a:latin typeface="Pacifico" pitchFamily="34" charset="0"/>
                <a:ea typeface="Pacifico" pitchFamily="34" charset="-122"/>
                <a:cs typeface="Pacifico" pitchFamily="34" charset="-120"/>
              </a:rPr>
              <a:t>Keamanan Data Pengguna</a:t>
            </a:r>
            <a:endParaRPr lang="en-US" sz="1200" dirty="0"/>
          </a:p>
        </p:txBody>
      </p:sp>
      <p:sp>
        <p:nvSpPr>
          <p:cNvPr id="19" name="Text 17"/>
          <p:cNvSpPr/>
          <p:nvPr/>
        </p:nvSpPr>
        <p:spPr>
          <a:xfrm>
            <a:off x="838200" y="4751784"/>
            <a:ext cx="4032504" cy="201168"/>
          </a:xfrm>
          <a:prstGeom prst="rect">
            <a:avLst/>
          </a:prstGeom>
          <a:noFill/>
          <a:ln/>
        </p:spPr>
        <p:txBody>
          <a:bodyPr vert="horz" wrap="none" lIns="0" tIns="0" rIns="0" bIns="0" rtlCol="0" anchor="t">
            <a:normAutofit/>
          </a:bodyPr>
          <a:lstStyle/>
          <a:p>
            <a:pPr marL="0" indent="0" algn="l">
              <a:lnSpc>
                <a:spcPts val="1350"/>
              </a:lnSpc>
              <a:buNone/>
            </a:pPr>
            <a:r>
              <a:rPr lang="en-US" sz="900" dirty="0">
                <a:solidFill>
                  <a:srgbClr val="9CA3AF"/>
                </a:solidFill>
                <a:latin typeface="Nunito ExtraLight" pitchFamily="34" charset="0"/>
                <a:ea typeface="Nunito ExtraLight" pitchFamily="34" charset="-122"/>
                <a:cs typeface="Nunito ExtraLight" pitchFamily="34" charset="-120"/>
              </a:rPr>
              <a:t>Implementasi program pelindungan data pribadi yang terstruktur.</a:t>
            </a:r>
            <a:endParaRPr lang="en-US" sz="900" dirty="0"/>
          </a:p>
        </p:txBody>
      </p:sp>
      <p:sp>
        <p:nvSpPr>
          <p:cNvPr id="20" name="Shape 18"/>
          <p:cNvSpPr/>
          <p:nvPr/>
        </p:nvSpPr>
        <p:spPr>
          <a:xfrm>
            <a:off x="609600" y="5985272"/>
            <a:ext cx="4152900" cy="0"/>
          </a:xfrm>
          <a:prstGeom prst="line">
            <a:avLst/>
          </a:prstGeom>
          <a:noFill/>
          <a:ln w="9525">
            <a:solidFill>
              <a:srgbClr val="E5E7EB"/>
            </a:solidFill>
            <a:prstDash val="solid"/>
          </a:ln>
        </p:spPr>
      </p:sp>
      <p:sp>
        <p:nvSpPr>
          <p:cNvPr id="21" name="Text 19"/>
          <p:cNvSpPr/>
          <p:nvPr/>
        </p:nvSpPr>
        <p:spPr>
          <a:xfrm>
            <a:off x="609600" y="5551884"/>
            <a:ext cx="76200" cy="76200"/>
          </a:xfrm>
          <a:prstGeom prst="roundRect">
            <a:avLst>
              <a:gd name="adj" fmla="val 960000"/>
            </a:avLst>
          </a:prstGeom>
          <a:solidFill>
            <a:srgbClr val="CDEE9E"/>
          </a:solidFill>
          <a:ln/>
        </p:spPr>
        <p:txBody>
          <a:bodyPr wrap="square" rtlCol="0" anchor="ctr"/>
          <a:lstStyle/>
          <a:p>
            <a:pPr marL="0" indent="0">
              <a:buNone/>
            </a:pPr>
            <a:endParaRPr lang="en-US" dirty="0"/>
          </a:p>
        </p:txBody>
      </p:sp>
      <p:sp>
        <p:nvSpPr>
          <p:cNvPr id="22" name="Text 20"/>
          <p:cNvSpPr/>
          <p:nvPr/>
        </p:nvSpPr>
        <p:spPr>
          <a:xfrm>
            <a:off x="838200" y="5389959"/>
            <a:ext cx="4041648" cy="265176"/>
          </a:xfrm>
          <a:prstGeom prst="rect">
            <a:avLst/>
          </a:prstGeom>
          <a:noFill/>
          <a:ln/>
        </p:spPr>
        <p:txBody>
          <a:bodyPr vert="horz" wrap="none" lIns="0" tIns="0" rIns="0" bIns="0" rtlCol="0" anchor="t">
            <a:normAutofit/>
          </a:bodyPr>
          <a:lstStyle/>
          <a:p>
            <a:pPr marL="0" indent="0" algn="l">
              <a:lnSpc>
                <a:spcPts val="1800"/>
              </a:lnSpc>
              <a:buNone/>
            </a:pPr>
            <a:r>
              <a:rPr lang="en-US" sz="1200" b="1" i="1" dirty="0">
                <a:solidFill>
                  <a:srgbClr val="3C3A32"/>
                </a:solidFill>
                <a:latin typeface="Pacifico" pitchFamily="34" charset="0"/>
                <a:ea typeface="Pacifico" pitchFamily="34" charset="-122"/>
                <a:cs typeface="Pacifico" pitchFamily="34" charset="-120"/>
              </a:rPr>
              <a:t>Riset &amp; Pengembangan</a:t>
            </a:r>
            <a:endParaRPr lang="en-US" sz="1200" dirty="0"/>
          </a:p>
        </p:txBody>
      </p:sp>
      <p:sp>
        <p:nvSpPr>
          <p:cNvPr id="23" name="Text 21"/>
          <p:cNvSpPr/>
          <p:nvPr/>
        </p:nvSpPr>
        <p:spPr>
          <a:xfrm>
            <a:off x="838200" y="5618559"/>
            <a:ext cx="4032504" cy="201168"/>
          </a:xfrm>
          <a:prstGeom prst="rect">
            <a:avLst/>
          </a:prstGeom>
          <a:noFill/>
          <a:ln/>
        </p:spPr>
        <p:txBody>
          <a:bodyPr vert="horz" wrap="none" lIns="0" tIns="0" rIns="0" bIns="0" rtlCol="0" anchor="t">
            <a:normAutofit/>
          </a:bodyPr>
          <a:lstStyle/>
          <a:p>
            <a:pPr marL="0" indent="0" algn="l">
              <a:lnSpc>
                <a:spcPts val="1350"/>
              </a:lnSpc>
              <a:buNone/>
            </a:pPr>
            <a:r>
              <a:rPr lang="en-US" sz="900" dirty="0">
                <a:solidFill>
                  <a:srgbClr val="9CA3AF"/>
                </a:solidFill>
                <a:latin typeface="Nunito ExtraLight" pitchFamily="34" charset="0"/>
                <a:ea typeface="Nunito ExtraLight" pitchFamily="34" charset="-122"/>
                <a:cs typeface="Nunito ExtraLight" pitchFamily="34" charset="-120"/>
              </a:rPr>
              <a:t>Inovasi teknologi berkelanjutan untuk menjaga daya saing pasar.</a:t>
            </a:r>
            <a:endParaRPr lang="en-US" sz="900" dirty="0"/>
          </a:p>
        </p:txBody>
      </p:sp>
      <p:sp>
        <p:nvSpPr>
          <p:cNvPr id="24" name="Text 22"/>
          <p:cNvSpPr/>
          <p:nvPr/>
        </p:nvSpPr>
        <p:spPr>
          <a:xfrm>
            <a:off x="5372100" y="2606278"/>
            <a:ext cx="6210300" cy="3048000"/>
          </a:xfrm>
          <a:prstGeom prst="roundRect">
            <a:avLst>
              <a:gd name="adj" fmla="val 6250"/>
            </a:avLst>
          </a:prstGeom>
          <a:solidFill>
            <a:srgbClr val="F8F9F5"/>
          </a:solidFill>
          <a:ln/>
        </p:spPr>
        <p:txBody>
          <a:bodyPr wrap="square" rtlCol="0" anchor="ctr"/>
          <a:lstStyle/>
          <a:p>
            <a:pPr marL="0" indent="0">
              <a:buNone/>
            </a:pPr>
            <a:endParaRPr lang="en-US" dirty="0"/>
          </a:p>
        </p:txBody>
      </p:sp>
      <p:pic>
        <p:nvPicPr>
          <p:cNvPr id="25" name="Image 0" descr="image.png"/>
          <p:cNvPicPr>
            <a:picLocks noChangeAspect="1"/>
          </p:cNvPicPr>
          <p:nvPr/>
        </p:nvPicPr>
        <p:blipFill>
          <a:blip r:embed="rId3"/>
          <a:srcRect b="12426"/>
          <a:stretch/>
        </p:blipFill>
        <p:spPr>
          <a:xfrm>
            <a:off x="5372100" y="2606278"/>
            <a:ext cx="6210300" cy="3048000"/>
          </a:xfrm>
          <a:prstGeom prst="rect">
            <a:avLst/>
          </a:prstGeom>
        </p:spPr>
      </p:pic>
      <p:sp>
        <p:nvSpPr>
          <p:cNvPr id="26" name="Text 23"/>
          <p:cNvSpPr/>
          <p:nvPr/>
        </p:nvSpPr>
        <p:spPr>
          <a:xfrm>
            <a:off x="10467975" y="2834878"/>
            <a:ext cx="885825" cy="295275"/>
          </a:xfrm>
          <a:prstGeom prst="roundRect">
            <a:avLst>
              <a:gd name="adj" fmla="val 100000"/>
            </a:avLst>
          </a:prstGeom>
          <a:solidFill>
            <a:srgbClr val="3C3A32"/>
          </a:solidFill>
          <a:ln/>
        </p:spPr>
        <p:txBody>
          <a:bodyPr wrap="square" rtlCol="0" anchor="ctr"/>
          <a:lstStyle/>
          <a:p>
            <a:pPr marL="0" indent="0">
              <a:buNone/>
            </a:pPr>
            <a:endParaRPr lang="en-US" dirty="0"/>
          </a:p>
        </p:txBody>
      </p:sp>
      <p:sp>
        <p:nvSpPr>
          <p:cNvPr id="27" name="Text 24"/>
          <p:cNvSpPr/>
          <p:nvPr/>
        </p:nvSpPr>
        <p:spPr>
          <a:xfrm>
            <a:off x="10467975" y="2834878"/>
            <a:ext cx="914400" cy="301752"/>
          </a:xfrm>
          <a:prstGeom prst="rect">
            <a:avLst/>
          </a:prstGeom>
          <a:noFill/>
          <a:ln/>
        </p:spPr>
        <p:txBody>
          <a:bodyPr vert="horz" wrap="square" lIns="152400" tIns="76200" rIns="152400" bIns="76200" rtlCol="0" anchor="t"/>
          <a:lstStyle/>
          <a:p>
            <a:pPr marL="0" indent="0" algn="l">
              <a:lnSpc>
                <a:spcPts val="1125"/>
              </a:lnSpc>
              <a:buNone/>
            </a:pPr>
            <a:r>
              <a:rPr lang="en-US" sz="750" b="1" kern="0" spc="70" dirty="0">
                <a:solidFill>
                  <a:srgbClr val="FFFFFF"/>
                </a:solidFill>
                <a:latin typeface="Nunito ExtraLight" pitchFamily="34" charset="0"/>
                <a:ea typeface="Nunito ExtraLight" pitchFamily="34" charset="-122"/>
                <a:cs typeface="Nunito ExtraLight" pitchFamily="34" charset="-120"/>
              </a:rPr>
              <a:t>SAAS V.42</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7022604"/>
          </a:xfrm>
          <a:prstGeom prst="rect">
            <a:avLst/>
          </a:prstGeom>
          <a:solidFill>
            <a:srgbClr val="FFFFFF"/>
          </a:solidFill>
          <a:ln/>
        </p:spPr>
        <p:txBody>
          <a:bodyPr wrap="square" rtlCol="0" anchor="ctr"/>
          <a:lstStyle/>
          <a:p>
            <a:pPr marL="0" indent="0">
              <a:buNone/>
            </a:pPr>
            <a:endParaRPr lang="en-US" dirty="0"/>
          </a:p>
        </p:txBody>
      </p:sp>
      <p:sp>
        <p:nvSpPr>
          <p:cNvPr id="3" name="Text 1"/>
          <p:cNvSpPr/>
          <p:nvPr/>
        </p:nvSpPr>
        <p:spPr>
          <a:xfrm>
            <a:off x="611535" y="457200"/>
            <a:ext cx="1481328" cy="301752"/>
          </a:xfrm>
          <a:prstGeom prst="rect">
            <a:avLst/>
          </a:prstGeom>
          <a:noFill/>
          <a:ln/>
        </p:spPr>
        <p:txBody>
          <a:bodyPr vert="horz" wrap="none" lIns="0" tIns="0" rIns="0" bIns="0" rtlCol="0" anchor="t">
            <a:normAutofit/>
          </a:bodyPr>
          <a:lstStyle/>
          <a:p>
            <a:pPr marL="0" indent="0" algn="l">
              <a:lnSpc>
                <a:spcPts val="2100"/>
              </a:lnSpc>
              <a:buNone/>
            </a:pPr>
            <a:r>
              <a:rPr lang="en-US" sz="1500" b="1" kern="0" spc="180" dirty="0">
                <a:solidFill>
                  <a:srgbClr val="3C3A32"/>
                </a:solidFill>
                <a:latin typeface="Nunito ExtraLight" pitchFamily="34" charset="0"/>
                <a:ea typeface="Nunito ExtraLight" pitchFamily="34" charset="-122"/>
                <a:cs typeface="Nunito ExtraLight" pitchFamily="34" charset="-120"/>
              </a:rPr>
              <a:t>STRATEGI IP</a:t>
            </a:r>
            <a:endParaRPr lang="en-US" sz="1500" dirty="0"/>
          </a:p>
        </p:txBody>
      </p:sp>
      <p:sp>
        <p:nvSpPr>
          <p:cNvPr id="4" name="Text 2"/>
          <p:cNvSpPr/>
          <p:nvPr/>
        </p:nvSpPr>
        <p:spPr>
          <a:xfrm>
            <a:off x="2127945" y="514350"/>
            <a:ext cx="9525" cy="152400"/>
          </a:xfrm>
          <a:prstGeom prst="rect">
            <a:avLst/>
          </a:prstGeom>
          <a:solidFill>
            <a:srgbClr val="3C3A32">
              <a:alpha val="30000"/>
            </a:srgbClr>
          </a:solidFill>
          <a:ln/>
        </p:spPr>
        <p:txBody>
          <a:bodyPr wrap="square" rtlCol="0" anchor="ctr"/>
          <a:lstStyle/>
          <a:p>
            <a:pPr marL="0" indent="0">
              <a:buNone/>
            </a:pPr>
            <a:endParaRPr lang="en-US" dirty="0"/>
          </a:p>
        </p:txBody>
      </p:sp>
      <p:sp>
        <p:nvSpPr>
          <p:cNvPr id="5" name="Text 3"/>
          <p:cNvSpPr/>
          <p:nvPr/>
        </p:nvSpPr>
        <p:spPr>
          <a:xfrm>
            <a:off x="2250877" y="457200"/>
            <a:ext cx="1874520" cy="301752"/>
          </a:xfrm>
          <a:prstGeom prst="rect">
            <a:avLst/>
          </a:prstGeom>
          <a:noFill/>
          <a:ln/>
        </p:spPr>
        <p:txBody>
          <a:bodyPr vert="horz" wrap="none" lIns="0" tIns="0" rIns="0" bIns="0" rtlCol="0" anchor="t">
            <a:normAutofit/>
          </a:bodyPr>
          <a:lstStyle/>
          <a:p>
            <a:pPr marL="0" indent="0" algn="l">
              <a:lnSpc>
                <a:spcPts val="2100"/>
              </a:lnSpc>
              <a:buNone/>
            </a:pPr>
            <a:r>
              <a:rPr lang="en-US" sz="1350" kern="0" spc="130" dirty="0">
                <a:solidFill>
                  <a:srgbClr val="3C3A32">
                    <a:alpha val="80000"/>
                  </a:srgbClr>
                </a:solidFill>
                <a:latin typeface="Nunito ExtraLight" pitchFamily="34" charset="0"/>
                <a:ea typeface="Nunito ExtraLight" pitchFamily="34" charset="-122"/>
                <a:cs typeface="Nunito ExtraLight" pitchFamily="34" charset="-120"/>
              </a:rPr>
              <a:t>ERA DIGITAL 2024</a:t>
            </a:r>
            <a:endParaRPr lang="en-US" sz="1350" dirty="0"/>
          </a:p>
        </p:txBody>
      </p:sp>
      <p:sp>
        <p:nvSpPr>
          <p:cNvPr id="6" name="Text 4"/>
          <p:cNvSpPr/>
          <p:nvPr/>
        </p:nvSpPr>
        <p:spPr>
          <a:xfrm>
            <a:off x="609600" y="1202829"/>
            <a:ext cx="4286250" cy="1014413"/>
          </a:xfrm>
          <a:prstGeom prst="rect">
            <a:avLst/>
          </a:prstGeom>
          <a:solidFill>
            <a:srgbClr val="3C3A32"/>
          </a:solidFill>
          <a:ln/>
        </p:spPr>
        <p:txBody>
          <a:bodyPr wrap="square" rtlCol="0" anchor="ctr"/>
          <a:lstStyle/>
          <a:p>
            <a:pPr marL="0" indent="0">
              <a:buNone/>
            </a:pPr>
            <a:endParaRPr lang="en-US" dirty="0"/>
          </a:p>
        </p:txBody>
      </p:sp>
      <p:sp>
        <p:nvSpPr>
          <p:cNvPr id="7" name="Shape 5"/>
          <p:cNvSpPr/>
          <p:nvPr/>
        </p:nvSpPr>
        <p:spPr>
          <a:xfrm>
            <a:off x="609600" y="1202829"/>
            <a:ext cx="0" cy="1014413"/>
          </a:xfrm>
          <a:prstGeom prst="line">
            <a:avLst/>
          </a:prstGeom>
          <a:noFill/>
          <a:ln w="38100">
            <a:solidFill>
              <a:srgbClr val="CDEE9E"/>
            </a:solidFill>
            <a:prstDash val="solid"/>
          </a:ln>
        </p:spPr>
      </p:sp>
      <p:sp>
        <p:nvSpPr>
          <p:cNvPr id="8" name="Text 6"/>
          <p:cNvSpPr/>
          <p:nvPr/>
        </p:nvSpPr>
        <p:spPr>
          <a:xfrm>
            <a:off x="876300" y="1429048"/>
            <a:ext cx="3822192" cy="566928"/>
          </a:xfrm>
          <a:prstGeom prst="rect">
            <a:avLst/>
          </a:prstGeom>
          <a:noFill/>
          <a:ln/>
        </p:spPr>
        <p:txBody>
          <a:bodyPr vert="horz" wrap="square" lIns="0" tIns="0" rIns="0" bIns="0" rtlCol="0" anchor="t"/>
          <a:lstStyle/>
          <a:p>
            <a:pPr marL="0" indent="0" algn="l">
              <a:lnSpc>
                <a:spcPts val="1463"/>
              </a:lnSpc>
              <a:buNone/>
            </a:pPr>
            <a:r>
              <a:rPr lang="en-US" sz="900" b="1" kern="0" spc="130" dirty="0">
                <a:solidFill>
                  <a:srgbClr val="FFFFFF"/>
                </a:solidFill>
                <a:latin typeface="Nunito ExtraLight" pitchFamily="34" charset="0"/>
                <a:ea typeface="Nunito ExtraLight" pitchFamily="34" charset="-122"/>
                <a:cs typeface="Nunito ExtraLight" pitchFamily="34" charset="-120"/>
              </a:rPr>
              <a:t>MEMPERKUAT EKOSISTEM PLATFORM DIGITAL MELALUI</a:t>
            </a:r>
            <a:endParaRPr lang="en-US" sz="900" dirty="0"/>
          </a:p>
          <a:p>
            <a:pPr marL="0" indent="0" algn="l">
              <a:lnSpc>
                <a:spcPts val="1463"/>
              </a:lnSpc>
              <a:buNone/>
            </a:pPr>
            <a:r>
              <a:rPr lang="en-US" sz="900" b="1" kern="0" spc="130" dirty="0">
                <a:solidFill>
                  <a:srgbClr val="FFFFFF"/>
                </a:solidFill>
                <a:latin typeface="Nunito ExtraLight" pitchFamily="34" charset="0"/>
                <a:ea typeface="Nunito ExtraLight" pitchFamily="34" charset="-122"/>
                <a:cs typeface="Nunito ExtraLight" pitchFamily="34" charset="-120"/>
              </a:rPr>
              <a:t>MITIGASI RISIKO KEBOCORAN DATA STRATEGIS.</a:t>
            </a:r>
            <a:endParaRPr lang="en-US" sz="900" dirty="0"/>
          </a:p>
        </p:txBody>
      </p:sp>
      <p:sp>
        <p:nvSpPr>
          <p:cNvPr id="9" name="Text 7"/>
          <p:cNvSpPr/>
          <p:nvPr/>
        </p:nvSpPr>
        <p:spPr>
          <a:xfrm>
            <a:off x="5278785" y="1027658"/>
            <a:ext cx="5504688" cy="1344168"/>
          </a:xfrm>
          <a:prstGeom prst="rect">
            <a:avLst/>
          </a:prstGeom>
          <a:noFill/>
          <a:ln/>
        </p:spPr>
        <p:txBody>
          <a:bodyPr vert="horz" wrap="square" lIns="0" tIns="0" rIns="0" bIns="0" rtlCol="0" anchor="t"/>
          <a:lstStyle/>
          <a:p>
            <a:pPr marL="0" indent="0" algn="l">
              <a:lnSpc>
                <a:spcPts val="5280"/>
              </a:lnSpc>
              <a:buNone/>
            </a:pPr>
            <a:r>
              <a:rPr lang="en-US" sz="4800" b="1" kern="0" spc="-250" dirty="0">
                <a:solidFill>
                  <a:srgbClr val="3C3A32"/>
                </a:solidFill>
                <a:latin typeface="Pacifico" pitchFamily="34" charset="0"/>
                <a:ea typeface="Pacifico" pitchFamily="34" charset="-122"/>
                <a:cs typeface="Pacifico" pitchFamily="34" charset="-120"/>
              </a:rPr>
              <a:t>Perjanjian</a:t>
            </a:r>
            <a:endParaRPr lang="en-US" sz="4800" dirty="0"/>
          </a:p>
          <a:p>
            <a:pPr marL="0" indent="0" algn="l">
              <a:lnSpc>
                <a:spcPts val="5280"/>
              </a:lnSpc>
              <a:buNone/>
            </a:pPr>
            <a:r>
              <a:rPr lang="en-US" sz="4800" b="1" kern="0" spc="-250" dirty="0">
                <a:solidFill>
                  <a:srgbClr val="3C3A32"/>
                </a:solidFill>
                <a:latin typeface="Pacifico" pitchFamily="34" charset="0"/>
                <a:ea typeface="Pacifico" pitchFamily="34" charset="-122"/>
                <a:cs typeface="Pacifico" pitchFamily="34" charset="-120"/>
              </a:rPr>
              <a:t>Kerahasiaan (NDA).</a:t>
            </a:r>
            <a:endParaRPr lang="en-US" sz="4800" dirty="0"/>
          </a:p>
        </p:txBody>
      </p:sp>
      <p:sp>
        <p:nvSpPr>
          <p:cNvPr id="10" name="Text 8"/>
          <p:cNvSpPr/>
          <p:nvPr/>
        </p:nvSpPr>
        <p:spPr>
          <a:xfrm>
            <a:off x="609600" y="2826841"/>
            <a:ext cx="3505200" cy="1564481"/>
          </a:xfrm>
          <a:prstGeom prst="rect">
            <a:avLst/>
          </a:prstGeom>
          <a:solidFill>
            <a:srgbClr val="F8F9F5"/>
          </a:solidFill>
          <a:ln/>
        </p:spPr>
        <p:txBody>
          <a:bodyPr wrap="square" rtlCol="0" anchor="ctr"/>
          <a:lstStyle/>
          <a:p>
            <a:pPr marL="0" indent="0">
              <a:buNone/>
            </a:pPr>
            <a:endParaRPr lang="en-US" dirty="0"/>
          </a:p>
        </p:txBody>
      </p:sp>
      <p:sp>
        <p:nvSpPr>
          <p:cNvPr id="11" name="Shape 9"/>
          <p:cNvSpPr/>
          <p:nvPr/>
        </p:nvSpPr>
        <p:spPr>
          <a:xfrm>
            <a:off x="609600" y="2826841"/>
            <a:ext cx="0" cy="1564481"/>
          </a:xfrm>
          <a:prstGeom prst="line">
            <a:avLst/>
          </a:prstGeom>
          <a:noFill/>
          <a:ln w="47625">
            <a:solidFill>
              <a:srgbClr val="CDEE9E"/>
            </a:solidFill>
            <a:prstDash val="solid"/>
          </a:ln>
        </p:spPr>
      </p:sp>
      <p:pic>
        <p:nvPicPr>
          <p:cNvPr id="12" name="Image 0" descr="image.png"/>
          <p:cNvPicPr>
            <a:picLocks noChangeAspect="1"/>
          </p:cNvPicPr>
          <p:nvPr/>
        </p:nvPicPr>
        <p:blipFill>
          <a:blip r:embed="rId3"/>
          <a:srcRect/>
          <a:stretch/>
        </p:blipFill>
        <p:spPr>
          <a:xfrm>
            <a:off x="923925" y="3093541"/>
            <a:ext cx="238125" cy="266700"/>
          </a:xfrm>
          <a:prstGeom prst="rect">
            <a:avLst/>
          </a:prstGeom>
        </p:spPr>
      </p:pic>
      <p:sp>
        <p:nvSpPr>
          <p:cNvPr id="13" name="Text 10"/>
          <p:cNvSpPr/>
          <p:nvPr/>
        </p:nvSpPr>
        <p:spPr>
          <a:xfrm>
            <a:off x="1314450" y="3093541"/>
            <a:ext cx="1161288" cy="301752"/>
          </a:xfrm>
          <a:prstGeom prst="rect">
            <a:avLst/>
          </a:prstGeom>
          <a:noFill/>
          <a:ln/>
        </p:spPr>
        <p:txBody>
          <a:bodyPr vert="horz" wrap="none" lIns="0" tIns="0" rIns="0" bIns="0" rtlCol="0" anchor="t">
            <a:normAutofit/>
          </a:bodyPr>
          <a:lstStyle/>
          <a:p>
            <a:pPr marL="0" indent="0" algn="l">
              <a:lnSpc>
                <a:spcPts val="2100"/>
              </a:lnSpc>
              <a:buNone/>
            </a:pPr>
            <a:r>
              <a:rPr lang="en-US" sz="1350" b="1" dirty="0">
                <a:solidFill>
                  <a:srgbClr val="3C3A32"/>
                </a:solidFill>
                <a:latin typeface="Pacifico" pitchFamily="34" charset="0"/>
                <a:ea typeface="Pacifico" pitchFamily="34" charset="-122"/>
                <a:cs typeface="Pacifico" pitchFamily="34" charset="-120"/>
              </a:rPr>
              <a:t>Identitas Pihak</a:t>
            </a:r>
            <a:endParaRPr lang="en-US" sz="1350" dirty="0"/>
          </a:p>
        </p:txBody>
      </p:sp>
      <p:sp>
        <p:nvSpPr>
          <p:cNvPr id="14" name="Text 11"/>
          <p:cNvSpPr/>
          <p:nvPr/>
        </p:nvSpPr>
        <p:spPr>
          <a:xfrm>
            <a:off x="923925" y="3475732"/>
            <a:ext cx="2962656" cy="649224"/>
          </a:xfrm>
          <a:prstGeom prst="rect">
            <a:avLst/>
          </a:prstGeom>
          <a:noFill/>
          <a:ln/>
        </p:spPr>
        <p:txBody>
          <a:bodyPr vert="horz" wrap="square" lIns="0" tIns="0" rIns="0" bIns="0" rtlCol="0" anchor="t"/>
          <a:lstStyle/>
          <a:p>
            <a:pPr marL="0" indent="0" algn="l">
              <a:lnSpc>
                <a:spcPts val="1706"/>
              </a:lnSpc>
              <a:buNone/>
            </a:pPr>
            <a:r>
              <a:rPr lang="en-US" sz="1050" dirty="0">
                <a:solidFill>
                  <a:srgbClr val="3C3A32">
                    <a:alpha val="90000"/>
                  </a:srgbClr>
                </a:solidFill>
                <a:latin typeface="Nunito ExtraLight" pitchFamily="34" charset="0"/>
                <a:ea typeface="Nunito ExtraLight" pitchFamily="34" charset="-122"/>
                <a:cs typeface="Nunito ExtraLight" pitchFamily="34" charset="-120"/>
              </a:rPr>
              <a:t>Menetapkan subjek hukum yang terlibat secara jelas untuk memastikan akuntabilitas dalam menjaga data sensitif.</a:t>
            </a:r>
            <a:endParaRPr lang="en-US" sz="1050" dirty="0"/>
          </a:p>
        </p:txBody>
      </p:sp>
      <p:sp>
        <p:nvSpPr>
          <p:cNvPr id="15" name="Text 12"/>
          <p:cNvSpPr/>
          <p:nvPr/>
        </p:nvSpPr>
        <p:spPr>
          <a:xfrm>
            <a:off x="4343400" y="2826841"/>
            <a:ext cx="3505200" cy="1564481"/>
          </a:xfrm>
          <a:prstGeom prst="rect">
            <a:avLst/>
          </a:prstGeom>
          <a:solidFill>
            <a:srgbClr val="F8F9F5"/>
          </a:solidFill>
          <a:ln/>
        </p:spPr>
        <p:txBody>
          <a:bodyPr wrap="square" rtlCol="0" anchor="ctr"/>
          <a:lstStyle/>
          <a:p>
            <a:pPr marL="0" indent="0">
              <a:buNone/>
            </a:pPr>
            <a:endParaRPr lang="en-US" dirty="0"/>
          </a:p>
        </p:txBody>
      </p:sp>
      <p:sp>
        <p:nvSpPr>
          <p:cNvPr id="16" name="Shape 13"/>
          <p:cNvSpPr/>
          <p:nvPr/>
        </p:nvSpPr>
        <p:spPr>
          <a:xfrm>
            <a:off x="4343400" y="2826841"/>
            <a:ext cx="0" cy="1564481"/>
          </a:xfrm>
          <a:prstGeom prst="line">
            <a:avLst/>
          </a:prstGeom>
          <a:noFill/>
          <a:ln w="47625">
            <a:solidFill>
              <a:srgbClr val="CDEE9E"/>
            </a:solidFill>
            <a:prstDash val="solid"/>
          </a:ln>
        </p:spPr>
      </p:sp>
      <p:pic>
        <p:nvPicPr>
          <p:cNvPr id="17" name="Image 1" descr="image.png"/>
          <p:cNvPicPr>
            <a:picLocks noChangeAspect="1"/>
          </p:cNvPicPr>
          <p:nvPr/>
        </p:nvPicPr>
        <p:blipFill>
          <a:blip r:embed="rId4"/>
          <a:srcRect/>
          <a:stretch/>
        </p:blipFill>
        <p:spPr>
          <a:xfrm>
            <a:off x="4657725" y="3093541"/>
            <a:ext cx="219075" cy="266700"/>
          </a:xfrm>
          <a:prstGeom prst="rect">
            <a:avLst/>
          </a:prstGeom>
        </p:spPr>
      </p:pic>
      <p:sp>
        <p:nvSpPr>
          <p:cNvPr id="18" name="Text 14"/>
          <p:cNvSpPr/>
          <p:nvPr/>
        </p:nvSpPr>
        <p:spPr>
          <a:xfrm>
            <a:off x="5029200" y="3093541"/>
            <a:ext cx="1289304" cy="301752"/>
          </a:xfrm>
          <a:prstGeom prst="rect">
            <a:avLst/>
          </a:prstGeom>
          <a:noFill/>
          <a:ln/>
        </p:spPr>
        <p:txBody>
          <a:bodyPr vert="horz" wrap="none" lIns="0" tIns="0" rIns="0" bIns="0" rtlCol="0" anchor="t">
            <a:normAutofit/>
          </a:bodyPr>
          <a:lstStyle/>
          <a:p>
            <a:pPr marL="0" indent="0" algn="l">
              <a:lnSpc>
                <a:spcPts val="2100"/>
              </a:lnSpc>
              <a:buNone/>
            </a:pPr>
            <a:r>
              <a:rPr lang="en-US" sz="1350" b="1" dirty="0">
                <a:solidFill>
                  <a:srgbClr val="3C3A32"/>
                </a:solidFill>
                <a:latin typeface="Pacifico" pitchFamily="34" charset="0"/>
                <a:ea typeface="Pacifico" pitchFamily="34" charset="-122"/>
                <a:cs typeface="Pacifico" pitchFamily="34" charset="-120"/>
              </a:rPr>
              <a:t>Batasan Rahasia</a:t>
            </a:r>
            <a:endParaRPr lang="en-US" sz="1350" dirty="0"/>
          </a:p>
        </p:txBody>
      </p:sp>
      <p:sp>
        <p:nvSpPr>
          <p:cNvPr id="19" name="Text 15"/>
          <p:cNvSpPr/>
          <p:nvPr/>
        </p:nvSpPr>
        <p:spPr>
          <a:xfrm>
            <a:off x="4657725" y="3475732"/>
            <a:ext cx="2962656" cy="649224"/>
          </a:xfrm>
          <a:prstGeom prst="rect">
            <a:avLst/>
          </a:prstGeom>
          <a:noFill/>
          <a:ln/>
        </p:spPr>
        <p:txBody>
          <a:bodyPr vert="horz" wrap="square" lIns="0" tIns="0" rIns="0" bIns="0" rtlCol="0" anchor="t"/>
          <a:lstStyle/>
          <a:p>
            <a:pPr marL="0" indent="0" algn="l">
              <a:lnSpc>
                <a:spcPts val="1706"/>
              </a:lnSpc>
              <a:buNone/>
            </a:pPr>
            <a:r>
              <a:rPr lang="en-US" sz="1050" dirty="0">
                <a:solidFill>
                  <a:srgbClr val="3C3A32">
                    <a:alpha val="90000"/>
                  </a:srgbClr>
                </a:solidFill>
                <a:latin typeface="Nunito ExtraLight" pitchFamily="34" charset="0"/>
                <a:ea typeface="Nunito ExtraLight" pitchFamily="34" charset="-122"/>
                <a:cs typeface="Nunito ExtraLight" pitchFamily="34" charset="-120"/>
              </a:rPr>
              <a:t>Klasifikasi mendalam mengenai apa yang termasuk informasi rahasia, termasuk aset digital dan teknis perusahaan.</a:t>
            </a:r>
            <a:endParaRPr lang="en-US" sz="1050" dirty="0"/>
          </a:p>
        </p:txBody>
      </p:sp>
      <p:sp>
        <p:nvSpPr>
          <p:cNvPr id="20" name="Text 16"/>
          <p:cNvSpPr/>
          <p:nvPr/>
        </p:nvSpPr>
        <p:spPr>
          <a:xfrm>
            <a:off x="8077200" y="2826841"/>
            <a:ext cx="3505200" cy="1564481"/>
          </a:xfrm>
          <a:prstGeom prst="rect">
            <a:avLst/>
          </a:prstGeom>
          <a:solidFill>
            <a:srgbClr val="F8F9F5"/>
          </a:solidFill>
          <a:ln/>
        </p:spPr>
        <p:txBody>
          <a:bodyPr wrap="square" rtlCol="0" anchor="ctr"/>
          <a:lstStyle/>
          <a:p>
            <a:pPr marL="0" indent="0">
              <a:buNone/>
            </a:pPr>
            <a:endParaRPr lang="en-US" dirty="0"/>
          </a:p>
        </p:txBody>
      </p:sp>
      <p:sp>
        <p:nvSpPr>
          <p:cNvPr id="21" name="Shape 17"/>
          <p:cNvSpPr/>
          <p:nvPr/>
        </p:nvSpPr>
        <p:spPr>
          <a:xfrm>
            <a:off x="8077200" y="2826841"/>
            <a:ext cx="0" cy="1564481"/>
          </a:xfrm>
          <a:prstGeom prst="line">
            <a:avLst/>
          </a:prstGeom>
          <a:noFill/>
          <a:ln w="47625">
            <a:solidFill>
              <a:srgbClr val="CDEE9E"/>
            </a:solidFill>
            <a:prstDash val="solid"/>
          </a:ln>
        </p:spPr>
      </p:sp>
      <p:pic>
        <p:nvPicPr>
          <p:cNvPr id="22" name="Image 2" descr="image.png"/>
          <p:cNvPicPr>
            <a:picLocks noChangeAspect="1"/>
          </p:cNvPicPr>
          <p:nvPr/>
        </p:nvPicPr>
        <p:blipFill>
          <a:blip r:embed="rId5"/>
          <a:srcRect/>
          <a:stretch/>
        </p:blipFill>
        <p:spPr>
          <a:xfrm>
            <a:off x="8391525" y="3093541"/>
            <a:ext cx="190500" cy="266700"/>
          </a:xfrm>
          <a:prstGeom prst="rect">
            <a:avLst/>
          </a:prstGeom>
        </p:spPr>
      </p:pic>
      <p:sp>
        <p:nvSpPr>
          <p:cNvPr id="23" name="Text 18"/>
          <p:cNvSpPr/>
          <p:nvPr/>
        </p:nvSpPr>
        <p:spPr>
          <a:xfrm>
            <a:off x="8734425" y="3093541"/>
            <a:ext cx="1271016" cy="301752"/>
          </a:xfrm>
          <a:prstGeom prst="rect">
            <a:avLst/>
          </a:prstGeom>
          <a:noFill/>
          <a:ln/>
        </p:spPr>
        <p:txBody>
          <a:bodyPr vert="horz" wrap="none" lIns="0" tIns="0" rIns="0" bIns="0" rtlCol="0" anchor="t">
            <a:normAutofit/>
          </a:bodyPr>
          <a:lstStyle/>
          <a:p>
            <a:pPr marL="0" indent="0" algn="l">
              <a:lnSpc>
                <a:spcPts val="2100"/>
              </a:lnSpc>
              <a:buNone/>
            </a:pPr>
            <a:r>
              <a:rPr lang="en-US" sz="1350" b="1" dirty="0">
                <a:solidFill>
                  <a:srgbClr val="3C3A32"/>
                </a:solidFill>
                <a:latin typeface="Pacifico" pitchFamily="34" charset="0"/>
                <a:ea typeface="Pacifico" pitchFamily="34" charset="-122"/>
                <a:cs typeface="Pacifico" pitchFamily="34" charset="-120"/>
              </a:rPr>
              <a:t>Durasi &amp; Sanksi</a:t>
            </a:r>
            <a:endParaRPr lang="en-US" sz="1350" dirty="0"/>
          </a:p>
        </p:txBody>
      </p:sp>
      <p:sp>
        <p:nvSpPr>
          <p:cNvPr id="24" name="Text 19"/>
          <p:cNvSpPr/>
          <p:nvPr/>
        </p:nvSpPr>
        <p:spPr>
          <a:xfrm>
            <a:off x="8391525" y="3475732"/>
            <a:ext cx="2962656" cy="649224"/>
          </a:xfrm>
          <a:prstGeom prst="rect">
            <a:avLst/>
          </a:prstGeom>
          <a:noFill/>
          <a:ln/>
        </p:spPr>
        <p:txBody>
          <a:bodyPr vert="horz" wrap="square" lIns="0" tIns="0" rIns="0" bIns="0" rtlCol="0" anchor="t"/>
          <a:lstStyle/>
          <a:p>
            <a:pPr marL="0" indent="0" algn="l">
              <a:lnSpc>
                <a:spcPts val="1706"/>
              </a:lnSpc>
              <a:buNone/>
            </a:pPr>
            <a:r>
              <a:rPr lang="en-US" sz="1050" dirty="0">
                <a:solidFill>
                  <a:srgbClr val="3C3A32">
                    <a:alpha val="90000"/>
                  </a:srgbClr>
                </a:solidFill>
                <a:latin typeface="Nunito ExtraLight" pitchFamily="34" charset="0"/>
                <a:ea typeface="Nunito ExtraLight" pitchFamily="34" charset="-122"/>
                <a:cs typeface="Nunito ExtraLight" pitchFamily="34" charset="-120"/>
              </a:rPr>
              <a:t>Penetapan jangka waktu perlindungan serta konsekuensi hukum yang tegas bagi setiap bentuk pelanggaran kontrak.</a:t>
            </a:r>
            <a:endParaRPr lang="en-US" sz="1050" dirty="0"/>
          </a:p>
        </p:txBody>
      </p:sp>
      <p:sp>
        <p:nvSpPr>
          <p:cNvPr id="25" name="Text 20"/>
          <p:cNvSpPr/>
          <p:nvPr/>
        </p:nvSpPr>
        <p:spPr>
          <a:xfrm>
            <a:off x="609600" y="4619923"/>
            <a:ext cx="3505200" cy="1564481"/>
          </a:xfrm>
          <a:prstGeom prst="rect">
            <a:avLst/>
          </a:prstGeom>
          <a:solidFill>
            <a:srgbClr val="F8F9F5"/>
          </a:solidFill>
          <a:ln/>
        </p:spPr>
        <p:txBody>
          <a:bodyPr wrap="square" rtlCol="0" anchor="ctr"/>
          <a:lstStyle/>
          <a:p>
            <a:pPr marL="0" indent="0">
              <a:buNone/>
            </a:pPr>
            <a:endParaRPr lang="en-US" dirty="0"/>
          </a:p>
        </p:txBody>
      </p:sp>
      <p:sp>
        <p:nvSpPr>
          <p:cNvPr id="26" name="Shape 21"/>
          <p:cNvSpPr/>
          <p:nvPr/>
        </p:nvSpPr>
        <p:spPr>
          <a:xfrm>
            <a:off x="609600" y="4619923"/>
            <a:ext cx="0" cy="1564481"/>
          </a:xfrm>
          <a:prstGeom prst="line">
            <a:avLst/>
          </a:prstGeom>
          <a:noFill/>
          <a:ln w="47625">
            <a:solidFill>
              <a:srgbClr val="CDEE9E"/>
            </a:solidFill>
            <a:prstDash val="solid"/>
          </a:ln>
        </p:spPr>
      </p:sp>
      <p:pic>
        <p:nvPicPr>
          <p:cNvPr id="27" name="Image 3" descr="image.png"/>
          <p:cNvPicPr>
            <a:picLocks noChangeAspect="1"/>
          </p:cNvPicPr>
          <p:nvPr/>
        </p:nvPicPr>
        <p:blipFill>
          <a:blip r:embed="rId6"/>
          <a:srcRect/>
          <a:stretch/>
        </p:blipFill>
        <p:spPr>
          <a:xfrm>
            <a:off x="923925" y="4886623"/>
            <a:ext cx="142875" cy="266700"/>
          </a:xfrm>
          <a:prstGeom prst="rect">
            <a:avLst/>
          </a:prstGeom>
        </p:spPr>
      </p:pic>
      <p:sp>
        <p:nvSpPr>
          <p:cNvPr id="28" name="Text 22"/>
          <p:cNvSpPr/>
          <p:nvPr/>
        </p:nvSpPr>
        <p:spPr>
          <a:xfrm>
            <a:off x="1219200" y="4886623"/>
            <a:ext cx="795528" cy="301752"/>
          </a:xfrm>
          <a:prstGeom prst="rect">
            <a:avLst/>
          </a:prstGeom>
          <a:noFill/>
          <a:ln/>
        </p:spPr>
        <p:txBody>
          <a:bodyPr vert="horz" wrap="none" lIns="0" tIns="0" rIns="0" bIns="0" rtlCol="0" anchor="t">
            <a:normAutofit/>
          </a:bodyPr>
          <a:lstStyle/>
          <a:p>
            <a:pPr marL="0" indent="0" algn="l">
              <a:lnSpc>
                <a:spcPts val="2100"/>
              </a:lnSpc>
              <a:buNone/>
            </a:pPr>
            <a:r>
              <a:rPr lang="en-US" sz="1350" b="1" dirty="0">
                <a:solidFill>
                  <a:srgbClr val="3C3A32"/>
                </a:solidFill>
                <a:latin typeface="Pacifico" pitchFamily="34" charset="0"/>
                <a:ea typeface="Pacifico" pitchFamily="34" charset="-122"/>
                <a:cs typeface="Pacifico" pitchFamily="34" charset="-120"/>
              </a:rPr>
              <a:t>Ide Bisnis</a:t>
            </a:r>
            <a:endParaRPr lang="en-US" sz="1350" dirty="0"/>
          </a:p>
        </p:txBody>
      </p:sp>
      <p:sp>
        <p:nvSpPr>
          <p:cNvPr id="29" name="Text 23"/>
          <p:cNvSpPr/>
          <p:nvPr/>
        </p:nvSpPr>
        <p:spPr>
          <a:xfrm>
            <a:off x="923925" y="5268813"/>
            <a:ext cx="2962656" cy="649224"/>
          </a:xfrm>
          <a:prstGeom prst="rect">
            <a:avLst/>
          </a:prstGeom>
          <a:noFill/>
          <a:ln/>
        </p:spPr>
        <p:txBody>
          <a:bodyPr vert="horz" wrap="square" lIns="0" tIns="0" rIns="0" bIns="0" rtlCol="0" anchor="t"/>
          <a:lstStyle/>
          <a:p>
            <a:pPr marL="0" indent="0" algn="l">
              <a:lnSpc>
                <a:spcPts val="1706"/>
              </a:lnSpc>
              <a:buNone/>
            </a:pPr>
            <a:r>
              <a:rPr lang="en-US" sz="1050" dirty="0">
                <a:solidFill>
                  <a:srgbClr val="3C3A32">
                    <a:alpha val="90000"/>
                  </a:srgbClr>
                </a:solidFill>
                <a:latin typeface="Nunito ExtraLight" pitchFamily="34" charset="0"/>
                <a:ea typeface="Nunito ExtraLight" pitchFamily="34" charset="-122"/>
                <a:cs typeface="Nunito ExtraLight" pitchFamily="34" charset="-120"/>
              </a:rPr>
              <a:t>Melindungi konsep inovatif dan strategi pasar agar tidak dieksploitasi oleh kompetitor selama proses negosiasi.</a:t>
            </a:r>
            <a:endParaRPr lang="en-US" sz="1050" dirty="0"/>
          </a:p>
        </p:txBody>
      </p:sp>
      <p:sp>
        <p:nvSpPr>
          <p:cNvPr id="30" name="Text 24"/>
          <p:cNvSpPr/>
          <p:nvPr/>
        </p:nvSpPr>
        <p:spPr>
          <a:xfrm>
            <a:off x="4343400" y="4619923"/>
            <a:ext cx="3505200" cy="1564481"/>
          </a:xfrm>
          <a:prstGeom prst="rect">
            <a:avLst/>
          </a:prstGeom>
          <a:solidFill>
            <a:srgbClr val="F8F9F5"/>
          </a:solidFill>
          <a:ln/>
        </p:spPr>
        <p:txBody>
          <a:bodyPr wrap="square" rtlCol="0" anchor="ctr"/>
          <a:lstStyle/>
          <a:p>
            <a:pPr marL="0" indent="0">
              <a:buNone/>
            </a:pPr>
            <a:endParaRPr lang="en-US" dirty="0"/>
          </a:p>
        </p:txBody>
      </p:sp>
      <p:sp>
        <p:nvSpPr>
          <p:cNvPr id="31" name="Shape 25"/>
          <p:cNvSpPr/>
          <p:nvPr/>
        </p:nvSpPr>
        <p:spPr>
          <a:xfrm>
            <a:off x="4343400" y="4619923"/>
            <a:ext cx="0" cy="1564481"/>
          </a:xfrm>
          <a:prstGeom prst="line">
            <a:avLst/>
          </a:prstGeom>
          <a:noFill/>
          <a:ln w="47625">
            <a:solidFill>
              <a:srgbClr val="CDEE9E"/>
            </a:solidFill>
            <a:prstDash val="solid"/>
          </a:ln>
        </p:spPr>
      </p:sp>
      <p:pic>
        <p:nvPicPr>
          <p:cNvPr id="32" name="Image 4" descr="image.png"/>
          <p:cNvPicPr>
            <a:picLocks noChangeAspect="1"/>
          </p:cNvPicPr>
          <p:nvPr/>
        </p:nvPicPr>
        <p:blipFill>
          <a:blip r:embed="rId7"/>
          <a:srcRect/>
          <a:stretch/>
        </p:blipFill>
        <p:spPr>
          <a:xfrm>
            <a:off x="4657725" y="4886623"/>
            <a:ext cx="238125" cy="266700"/>
          </a:xfrm>
          <a:prstGeom prst="rect">
            <a:avLst/>
          </a:prstGeom>
        </p:spPr>
      </p:pic>
      <p:sp>
        <p:nvSpPr>
          <p:cNvPr id="33" name="Text 26"/>
          <p:cNvSpPr/>
          <p:nvPr/>
        </p:nvSpPr>
        <p:spPr>
          <a:xfrm>
            <a:off x="5048250" y="4886623"/>
            <a:ext cx="1371600" cy="301752"/>
          </a:xfrm>
          <a:prstGeom prst="rect">
            <a:avLst/>
          </a:prstGeom>
          <a:noFill/>
          <a:ln/>
        </p:spPr>
        <p:txBody>
          <a:bodyPr vert="horz" wrap="none" lIns="0" tIns="0" rIns="0" bIns="0" rtlCol="0" anchor="t">
            <a:normAutofit/>
          </a:bodyPr>
          <a:lstStyle/>
          <a:p>
            <a:pPr marL="0" indent="0" algn="l">
              <a:lnSpc>
                <a:spcPts val="2100"/>
              </a:lnSpc>
              <a:buNone/>
            </a:pPr>
            <a:r>
              <a:rPr lang="en-US" sz="1350" b="1" dirty="0">
                <a:solidFill>
                  <a:srgbClr val="3C3A32"/>
                </a:solidFill>
                <a:latin typeface="Pacifico" pitchFamily="34" charset="0"/>
                <a:ea typeface="Pacifico" pitchFamily="34" charset="-122"/>
                <a:cs typeface="Pacifico" pitchFamily="34" charset="-120"/>
              </a:rPr>
              <a:t>Algoritma Digital</a:t>
            </a:r>
            <a:endParaRPr lang="en-US" sz="1350" dirty="0"/>
          </a:p>
        </p:txBody>
      </p:sp>
      <p:sp>
        <p:nvSpPr>
          <p:cNvPr id="34" name="Text 27"/>
          <p:cNvSpPr/>
          <p:nvPr/>
        </p:nvSpPr>
        <p:spPr>
          <a:xfrm>
            <a:off x="4657725" y="5268813"/>
            <a:ext cx="2962656" cy="649224"/>
          </a:xfrm>
          <a:prstGeom prst="rect">
            <a:avLst/>
          </a:prstGeom>
          <a:noFill/>
          <a:ln/>
        </p:spPr>
        <p:txBody>
          <a:bodyPr vert="horz" wrap="square" lIns="0" tIns="0" rIns="0" bIns="0" rtlCol="0" anchor="t"/>
          <a:lstStyle/>
          <a:p>
            <a:pPr marL="0" indent="0" algn="l">
              <a:lnSpc>
                <a:spcPts val="1706"/>
              </a:lnSpc>
              <a:buNone/>
            </a:pPr>
            <a:r>
              <a:rPr lang="en-US" sz="1050" dirty="0">
                <a:solidFill>
                  <a:srgbClr val="3C3A32">
                    <a:alpha val="90000"/>
                  </a:srgbClr>
                </a:solidFill>
                <a:latin typeface="Nunito ExtraLight" pitchFamily="34" charset="0"/>
                <a:ea typeface="Nunito ExtraLight" pitchFamily="34" charset="-122"/>
                <a:cs typeface="Nunito ExtraLight" pitchFamily="34" charset="-120"/>
              </a:rPr>
              <a:t>Perlindungan terhadap kekayaan intelektual berupa kode sumber dan algoritma yang menjadi inti operasional platform.</a:t>
            </a:r>
            <a:endParaRPr lang="en-US" sz="1050" dirty="0"/>
          </a:p>
        </p:txBody>
      </p:sp>
      <p:sp>
        <p:nvSpPr>
          <p:cNvPr id="35" name="Text 28"/>
          <p:cNvSpPr/>
          <p:nvPr/>
        </p:nvSpPr>
        <p:spPr>
          <a:xfrm>
            <a:off x="8077200" y="4619923"/>
            <a:ext cx="3505200" cy="1564481"/>
          </a:xfrm>
          <a:prstGeom prst="rect">
            <a:avLst/>
          </a:prstGeom>
          <a:solidFill>
            <a:srgbClr val="F8F9F5"/>
          </a:solidFill>
          <a:ln/>
        </p:spPr>
        <p:txBody>
          <a:bodyPr wrap="square" rtlCol="0" anchor="ctr"/>
          <a:lstStyle/>
          <a:p>
            <a:pPr marL="0" indent="0">
              <a:buNone/>
            </a:pPr>
            <a:endParaRPr lang="en-US" dirty="0"/>
          </a:p>
        </p:txBody>
      </p:sp>
      <p:sp>
        <p:nvSpPr>
          <p:cNvPr id="36" name="Shape 29"/>
          <p:cNvSpPr/>
          <p:nvPr/>
        </p:nvSpPr>
        <p:spPr>
          <a:xfrm>
            <a:off x="8077200" y="4619923"/>
            <a:ext cx="0" cy="1564481"/>
          </a:xfrm>
          <a:prstGeom prst="line">
            <a:avLst/>
          </a:prstGeom>
          <a:noFill/>
          <a:ln w="47625">
            <a:solidFill>
              <a:srgbClr val="CDEE9E"/>
            </a:solidFill>
            <a:prstDash val="solid"/>
          </a:ln>
        </p:spPr>
      </p:sp>
      <p:pic>
        <p:nvPicPr>
          <p:cNvPr id="37" name="Image 5" descr="image.png"/>
          <p:cNvPicPr>
            <a:picLocks noChangeAspect="1"/>
          </p:cNvPicPr>
          <p:nvPr/>
        </p:nvPicPr>
        <p:blipFill>
          <a:blip r:embed="rId8"/>
          <a:srcRect/>
          <a:stretch/>
        </p:blipFill>
        <p:spPr>
          <a:xfrm>
            <a:off x="8391525" y="4886623"/>
            <a:ext cx="238125" cy="266700"/>
          </a:xfrm>
          <a:prstGeom prst="rect">
            <a:avLst/>
          </a:prstGeom>
        </p:spPr>
      </p:pic>
      <p:sp>
        <p:nvSpPr>
          <p:cNvPr id="38" name="Text 30"/>
          <p:cNvSpPr/>
          <p:nvPr/>
        </p:nvSpPr>
        <p:spPr>
          <a:xfrm>
            <a:off x="8782050" y="4886623"/>
            <a:ext cx="1234440" cy="301752"/>
          </a:xfrm>
          <a:prstGeom prst="rect">
            <a:avLst/>
          </a:prstGeom>
          <a:noFill/>
          <a:ln/>
        </p:spPr>
        <p:txBody>
          <a:bodyPr vert="horz" wrap="none" lIns="0" tIns="0" rIns="0" bIns="0" rtlCol="0" anchor="t">
            <a:normAutofit/>
          </a:bodyPr>
          <a:lstStyle/>
          <a:p>
            <a:pPr marL="0" indent="0" algn="l">
              <a:lnSpc>
                <a:spcPts val="2100"/>
              </a:lnSpc>
              <a:buNone/>
            </a:pPr>
            <a:r>
              <a:rPr lang="en-US" sz="1350" b="1" dirty="0">
                <a:solidFill>
                  <a:srgbClr val="3C3A32"/>
                </a:solidFill>
                <a:latin typeface="Pacifico" pitchFamily="34" charset="0"/>
                <a:ea typeface="Pacifico" pitchFamily="34" charset="-122"/>
                <a:cs typeface="Pacifico" pitchFamily="34" charset="-120"/>
              </a:rPr>
              <a:t>Sinergi Institusi</a:t>
            </a:r>
            <a:endParaRPr lang="en-US" sz="1350" dirty="0"/>
          </a:p>
        </p:txBody>
      </p:sp>
      <p:sp>
        <p:nvSpPr>
          <p:cNvPr id="39" name="Text 31"/>
          <p:cNvSpPr/>
          <p:nvPr/>
        </p:nvSpPr>
        <p:spPr>
          <a:xfrm>
            <a:off x="8391525" y="5268813"/>
            <a:ext cx="2962656" cy="649224"/>
          </a:xfrm>
          <a:prstGeom prst="rect">
            <a:avLst/>
          </a:prstGeom>
          <a:noFill/>
          <a:ln/>
        </p:spPr>
        <p:txBody>
          <a:bodyPr vert="horz" wrap="square" lIns="0" tIns="0" rIns="0" bIns="0" rtlCol="0" anchor="t"/>
          <a:lstStyle/>
          <a:p>
            <a:pPr marL="0" indent="0" algn="l">
              <a:lnSpc>
                <a:spcPts val="1706"/>
              </a:lnSpc>
              <a:buNone/>
            </a:pPr>
            <a:r>
              <a:rPr lang="en-US" sz="1050" dirty="0">
                <a:solidFill>
                  <a:srgbClr val="3C3A32">
                    <a:alpha val="90000"/>
                  </a:srgbClr>
                </a:solidFill>
                <a:latin typeface="Nunito ExtraLight" pitchFamily="34" charset="0"/>
                <a:ea typeface="Nunito ExtraLight" pitchFamily="34" charset="-122"/>
                <a:cs typeface="Nunito ExtraLight" pitchFamily="34" charset="-120"/>
              </a:rPr>
              <a:t>Kolaborasi DJKI dan DKPTO memperkuat NDA sebagai instrumen mitigasi risiko kebocoran data pada ekosistem digital.</a:t>
            </a:r>
            <a:endParaRPr lang="en-US" sz="1050" dirty="0"/>
          </a:p>
        </p:txBody>
      </p:sp>
      <p:sp>
        <p:nvSpPr>
          <p:cNvPr id="40" name="Text 32"/>
          <p:cNvSpPr/>
          <p:nvPr/>
        </p:nvSpPr>
        <p:spPr>
          <a:xfrm>
            <a:off x="-476250" y="5060454"/>
            <a:ext cx="2438400" cy="2438400"/>
          </a:xfrm>
          <a:prstGeom prst="roundRect">
            <a:avLst>
              <a:gd name="adj" fmla="val 100000"/>
            </a:avLst>
          </a:prstGeom>
          <a:noFill/>
          <a:ln w="9525">
            <a:solidFill>
              <a:srgbClr val="E5E7EB">
                <a:alpha val="20000"/>
              </a:srgbClr>
            </a:solidFill>
          </a:ln>
        </p:spPr>
        <p:txBody>
          <a:bodyPr wrap="square" rtlCol="0" anchor="ctr"/>
          <a:lstStyle/>
          <a:p>
            <a:pPr marL="0" indent="0">
              <a:buNone/>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FFFFF"/>
          </a:solidFill>
          <a:ln/>
        </p:spPr>
        <p:txBody>
          <a:bodyPr wrap="square" rtlCol="0" anchor="ctr"/>
          <a:lstStyle/>
          <a:p>
            <a:pPr marL="0" indent="0">
              <a:buNone/>
            </a:pPr>
            <a:endParaRPr lang="en-US" dirty="0"/>
          </a:p>
        </p:txBody>
      </p:sp>
      <p:sp>
        <p:nvSpPr>
          <p:cNvPr id="3" name="Text 1"/>
          <p:cNvSpPr/>
          <p:nvPr/>
        </p:nvSpPr>
        <p:spPr>
          <a:xfrm>
            <a:off x="610567" y="457200"/>
            <a:ext cx="1188720" cy="301752"/>
          </a:xfrm>
          <a:prstGeom prst="rect">
            <a:avLst/>
          </a:prstGeom>
          <a:noFill/>
          <a:ln/>
        </p:spPr>
        <p:txBody>
          <a:bodyPr vert="horz" wrap="none" lIns="0" tIns="0" rIns="0" bIns="0" rtlCol="0" anchor="t">
            <a:normAutofit/>
          </a:bodyPr>
          <a:lstStyle/>
          <a:p>
            <a:pPr marL="0" indent="0" algn="l">
              <a:lnSpc>
                <a:spcPts val="2100"/>
              </a:lnSpc>
              <a:buNone/>
            </a:pPr>
            <a:r>
              <a:rPr lang="en-US" sz="1500" b="1" kern="0" spc="180" dirty="0">
                <a:solidFill>
                  <a:srgbClr val="3C3A32"/>
                </a:solidFill>
                <a:latin typeface="Nunito ExtraLight" pitchFamily="34" charset="0"/>
                <a:ea typeface="Nunito ExtraLight" pitchFamily="34" charset="-122"/>
                <a:cs typeface="Nunito ExtraLight" pitchFamily="34" charset="-120"/>
              </a:rPr>
              <a:t>STRATEGI</a:t>
            </a:r>
            <a:endParaRPr lang="en-US" sz="1500" dirty="0"/>
          </a:p>
        </p:txBody>
      </p:sp>
      <p:sp>
        <p:nvSpPr>
          <p:cNvPr id="4" name="Text 2"/>
          <p:cNvSpPr/>
          <p:nvPr/>
        </p:nvSpPr>
        <p:spPr>
          <a:xfrm>
            <a:off x="1840260" y="514350"/>
            <a:ext cx="9525" cy="152400"/>
          </a:xfrm>
          <a:prstGeom prst="rect">
            <a:avLst/>
          </a:prstGeom>
          <a:solidFill>
            <a:srgbClr val="3C3A32">
              <a:alpha val="30000"/>
            </a:srgbClr>
          </a:solidFill>
          <a:ln/>
        </p:spPr>
        <p:txBody>
          <a:bodyPr wrap="square" rtlCol="0" anchor="ctr"/>
          <a:lstStyle/>
          <a:p>
            <a:pPr marL="0" indent="0">
              <a:buNone/>
            </a:pPr>
            <a:endParaRPr lang="en-US" dirty="0"/>
          </a:p>
        </p:txBody>
      </p:sp>
      <p:sp>
        <p:nvSpPr>
          <p:cNvPr id="5" name="Text 3"/>
          <p:cNvSpPr/>
          <p:nvPr/>
        </p:nvSpPr>
        <p:spPr>
          <a:xfrm>
            <a:off x="1963192" y="457200"/>
            <a:ext cx="1307592" cy="301752"/>
          </a:xfrm>
          <a:prstGeom prst="rect">
            <a:avLst/>
          </a:prstGeom>
          <a:noFill/>
          <a:ln/>
        </p:spPr>
        <p:txBody>
          <a:bodyPr vert="horz" wrap="none" lIns="0" tIns="0" rIns="0" bIns="0" rtlCol="0" anchor="t">
            <a:normAutofit/>
          </a:bodyPr>
          <a:lstStyle/>
          <a:p>
            <a:pPr marL="0" indent="0" algn="l">
              <a:lnSpc>
                <a:spcPts val="2100"/>
              </a:lnSpc>
              <a:buNone/>
            </a:pPr>
            <a:r>
              <a:rPr lang="en-US" sz="1350" kern="0" spc="130" dirty="0">
                <a:solidFill>
                  <a:srgbClr val="3C3A32">
                    <a:alpha val="80000"/>
                  </a:srgbClr>
                </a:solidFill>
                <a:latin typeface="Nunito ExtraLight" pitchFamily="34" charset="0"/>
                <a:ea typeface="Nunito ExtraLight" pitchFamily="34" charset="-122"/>
                <a:cs typeface="Nunito ExtraLight" pitchFamily="34" charset="-120"/>
              </a:rPr>
              <a:t>ERA DIGITAL</a:t>
            </a:r>
            <a:endParaRPr lang="en-US" sz="1350" dirty="0"/>
          </a:p>
        </p:txBody>
      </p:sp>
      <p:sp>
        <p:nvSpPr>
          <p:cNvPr id="6" name="Text 4"/>
          <p:cNvSpPr/>
          <p:nvPr/>
        </p:nvSpPr>
        <p:spPr>
          <a:xfrm>
            <a:off x="609600" y="1181100"/>
            <a:ext cx="762000" cy="57150"/>
          </a:xfrm>
          <a:prstGeom prst="rect">
            <a:avLst/>
          </a:prstGeom>
          <a:solidFill>
            <a:srgbClr val="CDEE9E"/>
          </a:solidFill>
          <a:ln/>
        </p:spPr>
        <p:txBody>
          <a:bodyPr wrap="square" rtlCol="0" anchor="ctr"/>
          <a:lstStyle/>
          <a:p>
            <a:pPr marL="0" indent="0">
              <a:buNone/>
            </a:pPr>
            <a:endParaRPr lang="en-US" dirty="0"/>
          </a:p>
        </p:txBody>
      </p:sp>
      <p:sp>
        <p:nvSpPr>
          <p:cNvPr id="7" name="Text 5"/>
          <p:cNvSpPr/>
          <p:nvPr/>
        </p:nvSpPr>
        <p:spPr>
          <a:xfrm>
            <a:off x="609600" y="1466850"/>
            <a:ext cx="11338560" cy="694944"/>
          </a:xfrm>
          <a:prstGeom prst="rect">
            <a:avLst/>
          </a:prstGeom>
          <a:noFill/>
          <a:ln/>
        </p:spPr>
        <p:txBody>
          <a:bodyPr vert="horz" wrap="none" lIns="0" tIns="0" rIns="0" bIns="0" rtlCol="0" anchor="t">
            <a:normAutofit/>
          </a:bodyPr>
          <a:lstStyle/>
          <a:p>
            <a:pPr marL="0" indent="0" algn="l">
              <a:lnSpc>
                <a:spcPts val="4950"/>
              </a:lnSpc>
              <a:buNone/>
            </a:pPr>
            <a:r>
              <a:rPr lang="en-US" sz="4500" b="1" kern="0" spc="-230" dirty="0">
                <a:solidFill>
                  <a:srgbClr val="3C3A32"/>
                </a:solidFill>
                <a:latin typeface="Pacifico" pitchFamily="34" charset="0"/>
                <a:ea typeface="Pacifico" pitchFamily="34" charset="-122"/>
                <a:cs typeface="Pacifico" pitchFamily="34" charset="-120"/>
              </a:rPr>
              <a:t>Jenis NDA: Unilateral vs Mutual.</a:t>
            </a:r>
            <a:endParaRPr lang="en-US" sz="4500" dirty="0"/>
          </a:p>
        </p:txBody>
      </p:sp>
      <p:sp>
        <p:nvSpPr>
          <p:cNvPr id="8" name="Text 6"/>
          <p:cNvSpPr/>
          <p:nvPr/>
        </p:nvSpPr>
        <p:spPr>
          <a:xfrm>
            <a:off x="609600" y="2476500"/>
            <a:ext cx="3505200" cy="3345656"/>
          </a:xfrm>
          <a:prstGeom prst="roundRect">
            <a:avLst>
              <a:gd name="adj" fmla="val 4555"/>
            </a:avLst>
          </a:prstGeom>
          <a:solidFill>
            <a:srgbClr val="F8F9F5"/>
          </a:solidFill>
          <a:ln w="9525">
            <a:solidFill>
              <a:srgbClr val="F3F4F6"/>
            </a:solidFill>
          </a:ln>
        </p:spPr>
        <p:txBody>
          <a:bodyPr wrap="square" rtlCol="0" anchor="ctr"/>
          <a:lstStyle/>
          <a:p>
            <a:pPr marL="0" indent="0">
              <a:buNone/>
            </a:pPr>
            <a:endParaRPr lang="en-US" dirty="0"/>
          </a:p>
        </p:txBody>
      </p:sp>
      <p:sp>
        <p:nvSpPr>
          <p:cNvPr id="9" name="Text 7"/>
          <p:cNvSpPr/>
          <p:nvPr/>
        </p:nvSpPr>
        <p:spPr>
          <a:xfrm>
            <a:off x="619125" y="2486025"/>
            <a:ext cx="3486150" cy="38100"/>
          </a:xfrm>
          <a:prstGeom prst="rect">
            <a:avLst/>
          </a:prstGeom>
          <a:solidFill>
            <a:srgbClr val="D1D5DB"/>
          </a:solidFill>
          <a:ln/>
        </p:spPr>
        <p:txBody>
          <a:bodyPr wrap="square" rtlCol="0" anchor="ctr"/>
          <a:lstStyle/>
          <a:p>
            <a:pPr marL="0" indent="0">
              <a:buNone/>
            </a:pPr>
            <a:endParaRPr lang="en-US" dirty="0"/>
          </a:p>
        </p:txBody>
      </p:sp>
      <p:sp>
        <p:nvSpPr>
          <p:cNvPr id="10" name="Text 8"/>
          <p:cNvSpPr/>
          <p:nvPr/>
        </p:nvSpPr>
        <p:spPr>
          <a:xfrm>
            <a:off x="1002060" y="2867025"/>
            <a:ext cx="521208" cy="182880"/>
          </a:xfrm>
          <a:prstGeom prst="rect">
            <a:avLst/>
          </a:prstGeom>
          <a:noFill/>
          <a:ln/>
        </p:spPr>
        <p:txBody>
          <a:bodyPr vert="horz" wrap="none" lIns="0" tIns="0" rIns="0" bIns="0" rtlCol="0" anchor="t">
            <a:normAutofit/>
          </a:bodyPr>
          <a:lstStyle/>
          <a:p>
            <a:pPr marL="0" indent="0" algn="l">
              <a:lnSpc>
                <a:spcPts val="1200"/>
              </a:lnSpc>
              <a:buNone/>
            </a:pPr>
            <a:r>
              <a:rPr lang="en-US" sz="900" b="1" kern="0" spc="90" dirty="0">
                <a:solidFill>
                  <a:srgbClr val="3C3A32">
                    <a:alpha val="40000"/>
                  </a:srgbClr>
                </a:solidFill>
                <a:latin typeface="Nunito ExtraLight" pitchFamily="34" charset="0"/>
                <a:ea typeface="Nunito ExtraLight" pitchFamily="34" charset="-122"/>
                <a:cs typeface="Nunito ExtraLight" pitchFamily="34" charset="-120"/>
              </a:rPr>
              <a:t>TIPE 01</a:t>
            </a:r>
            <a:endParaRPr lang="en-US" sz="900" dirty="0"/>
          </a:p>
        </p:txBody>
      </p:sp>
      <p:sp>
        <p:nvSpPr>
          <p:cNvPr id="11" name="Text 9"/>
          <p:cNvSpPr/>
          <p:nvPr/>
        </p:nvSpPr>
        <p:spPr>
          <a:xfrm>
            <a:off x="3648075" y="2905125"/>
            <a:ext cx="76200" cy="76200"/>
          </a:xfrm>
          <a:prstGeom prst="roundRect">
            <a:avLst>
              <a:gd name="adj" fmla="val 100000"/>
            </a:avLst>
          </a:prstGeom>
          <a:solidFill>
            <a:srgbClr val="3C3A32"/>
          </a:solidFill>
          <a:ln/>
        </p:spPr>
        <p:txBody>
          <a:bodyPr wrap="square" rtlCol="0" anchor="ctr"/>
          <a:lstStyle/>
          <a:p>
            <a:pPr marL="0" indent="0">
              <a:buNone/>
            </a:pPr>
            <a:endParaRPr lang="en-US" dirty="0"/>
          </a:p>
        </p:txBody>
      </p:sp>
      <p:sp>
        <p:nvSpPr>
          <p:cNvPr id="12" name="Text 10"/>
          <p:cNvSpPr/>
          <p:nvPr/>
        </p:nvSpPr>
        <p:spPr>
          <a:xfrm>
            <a:off x="1000125" y="3324225"/>
            <a:ext cx="2788920" cy="576072"/>
          </a:xfrm>
          <a:prstGeom prst="rect">
            <a:avLst/>
          </a:prstGeom>
          <a:noFill/>
          <a:ln/>
        </p:spPr>
        <p:txBody>
          <a:bodyPr vert="horz" wrap="square" lIns="0" tIns="0" rIns="0" bIns="0" rtlCol="0" anchor="t"/>
          <a:lstStyle/>
          <a:p>
            <a:pPr marL="0" indent="0" algn="l">
              <a:lnSpc>
                <a:spcPts val="2250"/>
              </a:lnSpc>
              <a:buNone/>
            </a:pPr>
            <a:r>
              <a:rPr lang="en-US" sz="1800" b="1" i="1" dirty="0">
                <a:solidFill>
                  <a:srgbClr val="3C3A32"/>
                </a:solidFill>
                <a:latin typeface="Pacifico" pitchFamily="34" charset="0"/>
                <a:ea typeface="Pacifico" pitchFamily="34" charset="-122"/>
                <a:cs typeface="Pacifico" pitchFamily="34" charset="-120"/>
              </a:rPr>
              <a:t>NDA</a:t>
            </a:r>
            <a:endParaRPr lang="en-US" sz="1800" dirty="0"/>
          </a:p>
          <a:p>
            <a:pPr marL="0" indent="0" algn="l">
              <a:lnSpc>
                <a:spcPts val="2250"/>
              </a:lnSpc>
              <a:buNone/>
            </a:pPr>
            <a:r>
              <a:rPr lang="en-US" sz="1800" b="1" i="1" dirty="0">
                <a:solidFill>
                  <a:srgbClr val="3C3A32"/>
                </a:solidFill>
                <a:latin typeface="Pacifico" pitchFamily="34" charset="0"/>
                <a:ea typeface="Pacifico" pitchFamily="34" charset="-122"/>
                <a:cs typeface="Pacifico" pitchFamily="34" charset="-120"/>
              </a:rPr>
              <a:t>Unilateral</a:t>
            </a:r>
            <a:endParaRPr lang="en-US" sz="1800" dirty="0"/>
          </a:p>
        </p:txBody>
      </p:sp>
      <p:sp>
        <p:nvSpPr>
          <p:cNvPr id="13" name="Text 11"/>
          <p:cNvSpPr/>
          <p:nvPr/>
        </p:nvSpPr>
        <p:spPr>
          <a:xfrm>
            <a:off x="1000125" y="3895725"/>
            <a:ext cx="2926080" cy="630936"/>
          </a:xfrm>
          <a:prstGeom prst="rect">
            <a:avLst/>
          </a:prstGeom>
          <a:noFill/>
          <a:ln/>
        </p:spPr>
        <p:txBody>
          <a:bodyPr vert="horz" wrap="none" lIns="0" tIns="0" rIns="0" bIns="0" rtlCol="0" anchor="t">
            <a:normAutofit/>
          </a:bodyPr>
          <a:lstStyle/>
          <a:p>
            <a:pPr marL="0" indent="0" algn="l">
              <a:lnSpc>
                <a:spcPts val="4500"/>
              </a:lnSpc>
              <a:buNone/>
            </a:pPr>
            <a:r>
              <a:rPr lang="en-US" sz="4500" kern="0" spc="-230" dirty="0">
                <a:solidFill>
                  <a:srgbClr val="3C3A32"/>
                </a:solidFill>
                <a:latin typeface="Nunito ExtraLight" pitchFamily="34" charset="0"/>
                <a:ea typeface="Nunito ExtraLight" pitchFamily="34" charset="-122"/>
                <a:cs typeface="Nunito ExtraLight" pitchFamily="34" charset="-120"/>
              </a:rPr>
              <a:t>Satu</a:t>
            </a:r>
            <a:r>
              <a:rPr lang="en-US" sz="2250" kern="0" spc="-230" dirty="0">
                <a:solidFill>
                  <a:srgbClr val="3C3A32">
                    <a:alpha val="50000"/>
                  </a:srgbClr>
                </a:solidFill>
                <a:latin typeface="Nunito ExtraLight" pitchFamily="34" charset="0"/>
                <a:ea typeface="Nunito ExtraLight" pitchFamily="34" charset="-122"/>
                <a:cs typeface="Nunito ExtraLight" pitchFamily="34" charset="-120"/>
              </a:rPr>
              <a:t> Arah</a:t>
            </a:r>
            <a:endParaRPr lang="en-US" sz="4500" dirty="0"/>
          </a:p>
        </p:txBody>
      </p:sp>
      <p:sp>
        <p:nvSpPr>
          <p:cNvPr id="14" name="Shape 12"/>
          <p:cNvSpPr/>
          <p:nvPr/>
        </p:nvSpPr>
        <p:spPr>
          <a:xfrm>
            <a:off x="1000125" y="4624387"/>
            <a:ext cx="2724150" cy="0"/>
          </a:xfrm>
          <a:prstGeom prst="line">
            <a:avLst/>
          </a:prstGeom>
          <a:noFill/>
          <a:ln w="9525">
            <a:solidFill>
              <a:srgbClr val="E5E7EB"/>
            </a:solidFill>
            <a:prstDash val="solid"/>
          </a:ln>
        </p:spPr>
      </p:sp>
      <p:sp>
        <p:nvSpPr>
          <p:cNvPr id="15" name="Text 13"/>
          <p:cNvSpPr/>
          <p:nvPr/>
        </p:nvSpPr>
        <p:spPr>
          <a:xfrm>
            <a:off x="1000125" y="4782741"/>
            <a:ext cx="2761488" cy="649224"/>
          </a:xfrm>
          <a:prstGeom prst="rect">
            <a:avLst/>
          </a:prstGeom>
          <a:noFill/>
          <a:ln/>
        </p:spPr>
        <p:txBody>
          <a:bodyPr vert="horz" wrap="square" lIns="0" tIns="0" rIns="0" bIns="0" rtlCol="0" anchor="t"/>
          <a:lstStyle/>
          <a:p>
            <a:pPr marL="0" indent="0" algn="l">
              <a:lnSpc>
                <a:spcPts val="1706"/>
              </a:lnSpc>
              <a:buNone/>
            </a:pPr>
            <a:r>
              <a:rPr lang="en-US" sz="1050" dirty="0">
                <a:solidFill>
                  <a:srgbClr val="3C3A32">
                    <a:alpha val="70000"/>
                  </a:srgbClr>
                </a:solidFill>
                <a:latin typeface="Nunito ExtraLight" pitchFamily="34" charset="0"/>
                <a:ea typeface="Nunito ExtraLight" pitchFamily="34" charset="-122"/>
                <a:cs typeface="Nunito ExtraLight" pitchFamily="34" charset="-120"/>
              </a:rPr>
              <a:t>Digunakan untuk karyawan guna mencegah kebocoran internal di mana informasi hanya mengalir dari perusahaan ke individu.</a:t>
            </a:r>
            <a:endParaRPr lang="en-US" sz="1050" dirty="0"/>
          </a:p>
        </p:txBody>
      </p:sp>
      <p:sp>
        <p:nvSpPr>
          <p:cNvPr id="16" name="Text 14"/>
          <p:cNvSpPr/>
          <p:nvPr/>
        </p:nvSpPr>
        <p:spPr>
          <a:xfrm>
            <a:off x="4343400" y="2476500"/>
            <a:ext cx="3505200" cy="3345656"/>
          </a:xfrm>
          <a:prstGeom prst="roundRect">
            <a:avLst>
              <a:gd name="adj" fmla="val 4555"/>
            </a:avLst>
          </a:prstGeom>
          <a:solidFill>
            <a:srgbClr val="CDEE9E"/>
          </a:solidFill>
          <a:ln/>
        </p:spPr>
        <p:txBody>
          <a:bodyPr wrap="square" rtlCol="0" anchor="ctr"/>
          <a:lstStyle/>
          <a:p>
            <a:pPr marL="0" indent="0">
              <a:buNone/>
            </a:pPr>
            <a:endParaRPr lang="en-US" dirty="0"/>
          </a:p>
        </p:txBody>
      </p:sp>
      <p:sp>
        <p:nvSpPr>
          <p:cNvPr id="17" name="Text 15"/>
          <p:cNvSpPr/>
          <p:nvPr/>
        </p:nvSpPr>
        <p:spPr>
          <a:xfrm>
            <a:off x="4343400" y="2476500"/>
            <a:ext cx="3505200" cy="38100"/>
          </a:xfrm>
          <a:prstGeom prst="rect">
            <a:avLst/>
          </a:prstGeom>
          <a:solidFill>
            <a:srgbClr val="FFFFFF">
              <a:alpha val="40000"/>
            </a:srgbClr>
          </a:solidFill>
          <a:ln/>
        </p:spPr>
        <p:txBody>
          <a:bodyPr wrap="square" rtlCol="0" anchor="ctr"/>
          <a:lstStyle/>
          <a:p>
            <a:pPr marL="0" indent="0">
              <a:buNone/>
            </a:pPr>
            <a:endParaRPr lang="en-US" dirty="0"/>
          </a:p>
        </p:txBody>
      </p:sp>
      <p:sp>
        <p:nvSpPr>
          <p:cNvPr id="18" name="Text 16"/>
          <p:cNvSpPr/>
          <p:nvPr/>
        </p:nvSpPr>
        <p:spPr>
          <a:xfrm>
            <a:off x="4726335" y="2857500"/>
            <a:ext cx="521208" cy="182880"/>
          </a:xfrm>
          <a:prstGeom prst="rect">
            <a:avLst/>
          </a:prstGeom>
          <a:noFill/>
          <a:ln/>
        </p:spPr>
        <p:txBody>
          <a:bodyPr vert="horz" wrap="none" lIns="0" tIns="0" rIns="0" bIns="0" rtlCol="0" anchor="t">
            <a:normAutofit/>
          </a:bodyPr>
          <a:lstStyle/>
          <a:p>
            <a:pPr marL="0" indent="0" algn="l">
              <a:lnSpc>
                <a:spcPts val="1200"/>
              </a:lnSpc>
              <a:buNone/>
            </a:pPr>
            <a:r>
              <a:rPr lang="en-US" sz="900" b="1" kern="0" spc="90" dirty="0">
                <a:solidFill>
                  <a:srgbClr val="3C3A32"/>
                </a:solidFill>
                <a:latin typeface="Nunito ExtraLight" pitchFamily="34" charset="0"/>
                <a:ea typeface="Nunito ExtraLight" pitchFamily="34" charset="-122"/>
                <a:cs typeface="Nunito ExtraLight" pitchFamily="34" charset="-120"/>
              </a:rPr>
              <a:t>TIPE 02</a:t>
            </a:r>
            <a:endParaRPr lang="en-US" sz="900" dirty="0"/>
          </a:p>
        </p:txBody>
      </p:sp>
      <p:sp>
        <p:nvSpPr>
          <p:cNvPr id="19" name="Text 17"/>
          <p:cNvSpPr/>
          <p:nvPr/>
        </p:nvSpPr>
        <p:spPr>
          <a:xfrm>
            <a:off x="7391400" y="2895600"/>
            <a:ext cx="76200" cy="76200"/>
          </a:xfrm>
          <a:prstGeom prst="roundRect">
            <a:avLst>
              <a:gd name="adj" fmla="val 100000"/>
            </a:avLst>
          </a:prstGeom>
          <a:solidFill>
            <a:srgbClr val="FFFFFF"/>
          </a:solidFill>
          <a:ln/>
        </p:spPr>
        <p:txBody>
          <a:bodyPr wrap="square" rtlCol="0" anchor="ctr"/>
          <a:lstStyle/>
          <a:p>
            <a:pPr marL="0" indent="0">
              <a:buNone/>
            </a:pPr>
            <a:endParaRPr lang="en-US" dirty="0"/>
          </a:p>
        </p:txBody>
      </p:sp>
      <p:sp>
        <p:nvSpPr>
          <p:cNvPr id="20" name="Text 18"/>
          <p:cNvSpPr/>
          <p:nvPr/>
        </p:nvSpPr>
        <p:spPr>
          <a:xfrm>
            <a:off x="4724400" y="3314700"/>
            <a:ext cx="2807208" cy="576072"/>
          </a:xfrm>
          <a:prstGeom prst="rect">
            <a:avLst/>
          </a:prstGeom>
          <a:noFill/>
          <a:ln/>
        </p:spPr>
        <p:txBody>
          <a:bodyPr vert="horz" wrap="square" lIns="0" tIns="0" rIns="0" bIns="0" rtlCol="0" anchor="t"/>
          <a:lstStyle/>
          <a:p>
            <a:pPr marL="0" indent="0" algn="l">
              <a:lnSpc>
                <a:spcPts val="2250"/>
              </a:lnSpc>
              <a:buNone/>
            </a:pPr>
            <a:r>
              <a:rPr lang="en-US" sz="1800" b="1" i="1" dirty="0">
                <a:solidFill>
                  <a:srgbClr val="3C3A32"/>
                </a:solidFill>
                <a:latin typeface="Pacifico" pitchFamily="34" charset="0"/>
                <a:ea typeface="Pacifico" pitchFamily="34" charset="-122"/>
                <a:cs typeface="Pacifico" pitchFamily="34" charset="-120"/>
              </a:rPr>
              <a:t>NDA</a:t>
            </a:r>
            <a:endParaRPr lang="en-US" sz="1800" dirty="0"/>
          </a:p>
          <a:p>
            <a:pPr marL="0" indent="0" algn="l">
              <a:lnSpc>
                <a:spcPts val="2250"/>
              </a:lnSpc>
              <a:buNone/>
            </a:pPr>
            <a:r>
              <a:rPr lang="en-US" sz="1800" b="1" i="1" dirty="0">
                <a:solidFill>
                  <a:srgbClr val="3C3A32"/>
                </a:solidFill>
                <a:latin typeface="Pacifico" pitchFamily="34" charset="0"/>
                <a:ea typeface="Pacifico" pitchFamily="34" charset="-122"/>
                <a:cs typeface="Pacifico" pitchFamily="34" charset="-120"/>
              </a:rPr>
              <a:t>Mutual</a:t>
            </a:r>
            <a:endParaRPr lang="en-US" sz="1800" dirty="0"/>
          </a:p>
        </p:txBody>
      </p:sp>
      <p:sp>
        <p:nvSpPr>
          <p:cNvPr id="21" name="Text 19"/>
          <p:cNvSpPr/>
          <p:nvPr/>
        </p:nvSpPr>
        <p:spPr>
          <a:xfrm>
            <a:off x="4724400" y="3905250"/>
            <a:ext cx="2944368" cy="630936"/>
          </a:xfrm>
          <a:prstGeom prst="rect">
            <a:avLst/>
          </a:prstGeom>
          <a:noFill/>
          <a:ln/>
        </p:spPr>
        <p:txBody>
          <a:bodyPr vert="horz" wrap="none" lIns="0" tIns="0" rIns="0" bIns="0" rtlCol="0" anchor="t">
            <a:normAutofit/>
          </a:bodyPr>
          <a:lstStyle/>
          <a:p>
            <a:pPr marL="0" indent="0" algn="l">
              <a:lnSpc>
                <a:spcPts val="4500"/>
              </a:lnSpc>
              <a:buNone/>
            </a:pPr>
            <a:r>
              <a:rPr lang="en-US" sz="4500" kern="0" spc="-230" dirty="0">
                <a:solidFill>
                  <a:srgbClr val="3C3A32"/>
                </a:solidFill>
                <a:latin typeface="Nunito ExtraLight" pitchFamily="34" charset="0"/>
                <a:ea typeface="Nunito ExtraLight" pitchFamily="34" charset="-122"/>
                <a:cs typeface="Nunito ExtraLight" pitchFamily="34" charset="-120"/>
              </a:rPr>
              <a:t>Dua</a:t>
            </a:r>
            <a:r>
              <a:rPr lang="en-US" sz="2250" kern="0" spc="-230" dirty="0">
                <a:solidFill>
                  <a:srgbClr val="3C3A32">
                    <a:alpha val="50000"/>
                  </a:srgbClr>
                </a:solidFill>
                <a:latin typeface="Nunito ExtraLight" pitchFamily="34" charset="0"/>
                <a:ea typeface="Nunito ExtraLight" pitchFamily="34" charset="-122"/>
                <a:cs typeface="Nunito ExtraLight" pitchFamily="34" charset="-120"/>
              </a:rPr>
              <a:t> Arah</a:t>
            </a:r>
            <a:endParaRPr lang="en-US" sz="4500" dirty="0"/>
          </a:p>
        </p:txBody>
      </p:sp>
      <p:sp>
        <p:nvSpPr>
          <p:cNvPr id="22" name="Shape 20"/>
          <p:cNvSpPr/>
          <p:nvPr/>
        </p:nvSpPr>
        <p:spPr>
          <a:xfrm>
            <a:off x="4724400" y="4633913"/>
            <a:ext cx="2743200" cy="0"/>
          </a:xfrm>
          <a:prstGeom prst="line">
            <a:avLst/>
          </a:prstGeom>
          <a:noFill/>
          <a:ln w="9525">
            <a:solidFill>
              <a:srgbClr val="3C3A32"/>
            </a:solidFill>
            <a:prstDash val="solid"/>
          </a:ln>
        </p:spPr>
      </p:sp>
      <p:sp>
        <p:nvSpPr>
          <p:cNvPr id="23" name="Text 21"/>
          <p:cNvSpPr/>
          <p:nvPr/>
        </p:nvSpPr>
        <p:spPr>
          <a:xfrm>
            <a:off x="4724400" y="4792266"/>
            <a:ext cx="2779776" cy="649224"/>
          </a:xfrm>
          <a:prstGeom prst="rect">
            <a:avLst/>
          </a:prstGeom>
          <a:noFill/>
          <a:ln/>
        </p:spPr>
        <p:txBody>
          <a:bodyPr vert="horz" wrap="square" lIns="0" tIns="0" rIns="0" bIns="0" rtlCol="0" anchor="t"/>
          <a:lstStyle/>
          <a:p>
            <a:pPr marL="0" indent="0" algn="l">
              <a:lnSpc>
                <a:spcPts val="1706"/>
              </a:lnSpc>
              <a:buNone/>
            </a:pPr>
            <a:r>
              <a:rPr lang="en-US" sz="1050" dirty="0">
                <a:solidFill>
                  <a:srgbClr val="3C3A32"/>
                </a:solidFill>
                <a:latin typeface="Nunito ExtraLight" pitchFamily="34" charset="0"/>
                <a:ea typeface="Nunito ExtraLight" pitchFamily="34" charset="-122"/>
                <a:cs typeface="Nunito ExtraLight" pitchFamily="34" charset="-120"/>
              </a:rPr>
              <a:t>Diterapkan pada kemitraan strategis saat kedua pihak saling berbagi data sensitif untuk kolaborasi bisnis digital.</a:t>
            </a:r>
            <a:endParaRPr lang="en-US" sz="1050" dirty="0"/>
          </a:p>
        </p:txBody>
      </p:sp>
      <p:sp>
        <p:nvSpPr>
          <p:cNvPr id="24" name="Text 22"/>
          <p:cNvSpPr/>
          <p:nvPr/>
        </p:nvSpPr>
        <p:spPr>
          <a:xfrm>
            <a:off x="8077200" y="2476500"/>
            <a:ext cx="3505200" cy="3345656"/>
          </a:xfrm>
          <a:prstGeom prst="roundRect">
            <a:avLst>
              <a:gd name="adj" fmla="val 4555"/>
            </a:avLst>
          </a:prstGeom>
          <a:solidFill>
            <a:srgbClr val="3C3A32"/>
          </a:solidFill>
          <a:ln/>
        </p:spPr>
        <p:txBody>
          <a:bodyPr wrap="square" rtlCol="0" anchor="ctr"/>
          <a:lstStyle/>
          <a:p>
            <a:pPr marL="0" indent="0">
              <a:buNone/>
            </a:pPr>
            <a:endParaRPr lang="en-US" dirty="0"/>
          </a:p>
        </p:txBody>
      </p:sp>
      <p:sp>
        <p:nvSpPr>
          <p:cNvPr id="25" name="Text 23"/>
          <p:cNvSpPr/>
          <p:nvPr/>
        </p:nvSpPr>
        <p:spPr>
          <a:xfrm>
            <a:off x="8077200" y="2476500"/>
            <a:ext cx="3505200" cy="38100"/>
          </a:xfrm>
          <a:prstGeom prst="rect">
            <a:avLst/>
          </a:prstGeom>
          <a:solidFill>
            <a:srgbClr val="CDEE9E">
              <a:alpha val="60000"/>
            </a:srgbClr>
          </a:solidFill>
          <a:ln/>
        </p:spPr>
        <p:txBody>
          <a:bodyPr wrap="square" rtlCol="0" anchor="ctr"/>
          <a:lstStyle/>
          <a:p>
            <a:pPr marL="0" indent="0">
              <a:buNone/>
            </a:pPr>
            <a:endParaRPr lang="en-US" dirty="0"/>
          </a:p>
        </p:txBody>
      </p:sp>
      <p:sp>
        <p:nvSpPr>
          <p:cNvPr id="26" name="Text 24"/>
          <p:cNvSpPr/>
          <p:nvPr/>
        </p:nvSpPr>
        <p:spPr>
          <a:xfrm>
            <a:off x="8460135" y="2857500"/>
            <a:ext cx="704088" cy="182880"/>
          </a:xfrm>
          <a:prstGeom prst="rect">
            <a:avLst/>
          </a:prstGeom>
          <a:noFill/>
          <a:ln/>
        </p:spPr>
        <p:txBody>
          <a:bodyPr vert="horz" wrap="none" lIns="0" tIns="0" rIns="0" bIns="0" rtlCol="0" anchor="t">
            <a:normAutofit/>
          </a:bodyPr>
          <a:lstStyle/>
          <a:p>
            <a:pPr marL="0" indent="0" algn="l">
              <a:lnSpc>
                <a:spcPts val="1200"/>
              </a:lnSpc>
              <a:buNone/>
            </a:pPr>
            <a:r>
              <a:rPr lang="en-US" sz="900" b="1" kern="0" spc="90" dirty="0">
                <a:solidFill>
                  <a:srgbClr val="CDEE9E">
                    <a:alpha val="60000"/>
                  </a:srgbClr>
                </a:solidFill>
                <a:latin typeface="Nunito ExtraLight" pitchFamily="34" charset="0"/>
                <a:ea typeface="Nunito ExtraLight" pitchFamily="34" charset="-122"/>
                <a:cs typeface="Nunito ExtraLight" pitchFamily="34" charset="-120"/>
              </a:rPr>
              <a:t>PANDUAN</a:t>
            </a:r>
            <a:endParaRPr lang="en-US" sz="900" dirty="0"/>
          </a:p>
        </p:txBody>
      </p:sp>
      <p:sp>
        <p:nvSpPr>
          <p:cNvPr id="27" name="Text 25"/>
          <p:cNvSpPr/>
          <p:nvPr/>
        </p:nvSpPr>
        <p:spPr>
          <a:xfrm>
            <a:off x="11125200" y="2895600"/>
            <a:ext cx="76200" cy="76200"/>
          </a:xfrm>
          <a:prstGeom prst="roundRect">
            <a:avLst>
              <a:gd name="adj" fmla="val 100000"/>
            </a:avLst>
          </a:prstGeom>
          <a:solidFill>
            <a:srgbClr val="CDEE9E"/>
          </a:solidFill>
          <a:ln/>
        </p:spPr>
        <p:txBody>
          <a:bodyPr wrap="square" rtlCol="0" anchor="ctr"/>
          <a:lstStyle/>
          <a:p>
            <a:pPr marL="0" indent="0">
              <a:buNone/>
            </a:pPr>
            <a:endParaRPr lang="en-US" dirty="0"/>
          </a:p>
        </p:txBody>
      </p:sp>
      <p:sp>
        <p:nvSpPr>
          <p:cNvPr id="28" name="Text 26"/>
          <p:cNvSpPr/>
          <p:nvPr/>
        </p:nvSpPr>
        <p:spPr>
          <a:xfrm>
            <a:off x="8458200" y="3314700"/>
            <a:ext cx="2807208" cy="576072"/>
          </a:xfrm>
          <a:prstGeom prst="rect">
            <a:avLst/>
          </a:prstGeom>
          <a:noFill/>
          <a:ln/>
        </p:spPr>
        <p:txBody>
          <a:bodyPr vert="horz" wrap="square" lIns="0" tIns="0" rIns="0" bIns="0" rtlCol="0" anchor="t"/>
          <a:lstStyle/>
          <a:p>
            <a:pPr marL="0" indent="0" algn="l">
              <a:lnSpc>
                <a:spcPts val="2250"/>
              </a:lnSpc>
              <a:buNone/>
            </a:pPr>
            <a:r>
              <a:rPr lang="en-US" sz="1800" b="1" i="1" dirty="0">
                <a:solidFill>
                  <a:srgbClr val="FFFFFF"/>
                </a:solidFill>
                <a:latin typeface="Pacifico" pitchFamily="34" charset="0"/>
                <a:ea typeface="Pacifico" pitchFamily="34" charset="-122"/>
                <a:cs typeface="Pacifico" pitchFamily="34" charset="-120"/>
              </a:rPr>
              <a:t>Kapan</a:t>
            </a:r>
            <a:endParaRPr lang="en-US" sz="1800" dirty="0"/>
          </a:p>
          <a:p>
            <a:pPr marL="0" indent="0" algn="l">
              <a:lnSpc>
                <a:spcPts val="2250"/>
              </a:lnSpc>
              <a:buNone/>
            </a:pPr>
            <a:r>
              <a:rPr lang="en-US" sz="1800" b="1" i="1" dirty="0">
                <a:solidFill>
                  <a:srgbClr val="FFFFFF"/>
                </a:solidFill>
                <a:latin typeface="Pacifico" pitchFamily="34" charset="0"/>
                <a:ea typeface="Pacifico" pitchFamily="34" charset="-122"/>
                <a:cs typeface="Pacifico" pitchFamily="34" charset="-120"/>
              </a:rPr>
              <a:t>Digunakan?</a:t>
            </a:r>
            <a:endParaRPr lang="en-US" sz="1800" dirty="0"/>
          </a:p>
        </p:txBody>
      </p:sp>
      <p:sp>
        <p:nvSpPr>
          <p:cNvPr id="29" name="Text 27"/>
          <p:cNvSpPr/>
          <p:nvPr/>
        </p:nvSpPr>
        <p:spPr>
          <a:xfrm>
            <a:off x="8458200" y="3905250"/>
            <a:ext cx="2944368" cy="630936"/>
          </a:xfrm>
          <a:prstGeom prst="rect">
            <a:avLst/>
          </a:prstGeom>
          <a:noFill/>
          <a:ln/>
        </p:spPr>
        <p:txBody>
          <a:bodyPr vert="horz" wrap="none" lIns="0" tIns="0" rIns="0" bIns="0" rtlCol="0" anchor="t">
            <a:normAutofit/>
          </a:bodyPr>
          <a:lstStyle/>
          <a:p>
            <a:pPr marL="0" indent="0" algn="l">
              <a:lnSpc>
                <a:spcPts val="4500"/>
              </a:lnSpc>
              <a:buNone/>
            </a:pPr>
            <a:r>
              <a:rPr lang="en-US" sz="4500" kern="0" spc="-230" dirty="0">
                <a:solidFill>
                  <a:srgbClr val="CDEE9E"/>
                </a:solidFill>
                <a:latin typeface="Nunito ExtraLight" pitchFamily="34" charset="0"/>
                <a:ea typeface="Nunito ExtraLight" pitchFamily="34" charset="-122"/>
                <a:cs typeface="Nunito ExtraLight" pitchFamily="34" charset="-120"/>
              </a:rPr>
              <a:t>Strategi</a:t>
            </a:r>
            <a:r>
              <a:rPr lang="en-US" sz="2250" kern="0" spc="-230" dirty="0">
                <a:solidFill>
                  <a:srgbClr val="CDEE9E">
                    <a:alpha val="50000"/>
                  </a:srgbClr>
                </a:solidFill>
                <a:latin typeface="Nunito ExtraLight" pitchFamily="34" charset="0"/>
                <a:ea typeface="Nunito ExtraLight" pitchFamily="34" charset="-122"/>
                <a:cs typeface="Nunito ExtraLight" pitchFamily="34" charset="-120"/>
              </a:rPr>
              <a:t> Tepat</a:t>
            </a:r>
            <a:endParaRPr lang="en-US" sz="4500" dirty="0"/>
          </a:p>
        </p:txBody>
      </p:sp>
      <p:sp>
        <p:nvSpPr>
          <p:cNvPr id="30" name="Shape 28"/>
          <p:cNvSpPr/>
          <p:nvPr/>
        </p:nvSpPr>
        <p:spPr>
          <a:xfrm>
            <a:off x="8458200" y="4633913"/>
            <a:ext cx="2743200" cy="0"/>
          </a:xfrm>
          <a:prstGeom prst="line">
            <a:avLst/>
          </a:prstGeom>
          <a:noFill/>
          <a:ln w="9525">
            <a:solidFill>
              <a:srgbClr val="374151"/>
            </a:solidFill>
            <a:prstDash val="solid"/>
          </a:ln>
        </p:spPr>
      </p:sp>
      <p:sp>
        <p:nvSpPr>
          <p:cNvPr id="31" name="Text 29"/>
          <p:cNvSpPr/>
          <p:nvPr/>
        </p:nvSpPr>
        <p:spPr>
          <a:xfrm>
            <a:off x="8458200" y="4792266"/>
            <a:ext cx="2779776" cy="649224"/>
          </a:xfrm>
          <a:prstGeom prst="rect">
            <a:avLst/>
          </a:prstGeom>
          <a:noFill/>
          <a:ln/>
        </p:spPr>
        <p:txBody>
          <a:bodyPr vert="horz" wrap="square" lIns="0" tIns="0" rIns="0" bIns="0" rtlCol="0" anchor="t"/>
          <a:lstStyle/>
          <a:p>
            <a:pPr marL="0" indent="0" algn="l">
              <a:lnSpc>
                <a:spcPts val="1706"/>
              </a:lnSpc>
              <a:buNone/>
            </a:pPr>
            <a:r>
              <a:rPr lang="en-US" sz="1050" dirty="0">
                <a:solidFill>
                  <a:srgbClr val="9CA3AF"/>
                </a:solidFill>
                <a:latin typeface="Nunito ExtraLight" pitchFamily="34" charset="0"/>
                <a:ea typeface="Nunito ExtraLight" pitchFamily="34" charset="-122"/>
                <a:cs typeface="Nunito ExtraLight" pitchFamily="34" charset="-120"/>
              </a:rPr>
              <a:t>Pilih Unilateral untuk kontrol internal; pilih Mutual untuk merger atau integrasi sistem API dengan partner eksternal.</a:t>
            </a:r>
            <a:endParaRPr lang="en-US" sz="1050" dirty="0"/>
          </a:p>
        </p:txBody>
      </p:sp>
      <p:sp>
        <p:nvSpPr>
          <p:cNvPr id="32" name="Text 30"/>
          <p:cNvSpPr/>
          <p:nvPr/>
        </p:nvSpPr>
        <p:spPr>
          <a:xfrm>
            <a:off x="10972800" y="5638800"/>
            <a:ext cx="1219200" cy="1219200"/>
          </a:xfrm>
          <a:prstGeom prst="roundRect">
            <a:avLst>
              <a:gd name="adj" fmla="val 100000"/>
            </a:avLst>
          </a:prstGeom>
          <a:solidFill>
            <a:srgbClr val="CDEE9E">
              <a:alpha val="10000"/>
            </a:srgbClr>
          </a:solidFill>
          <a:ln/>
        </p:spPr>
        <p:txBody>
          <a:bodyPr wrap="square" rtlCol="0" anchor="ctr"/>
          <a:lstStyle/>
          <a:p>
            <a:pPr marL="0" indent="0">
              <a:buNone/>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FFFFF"/>
          </a:solidFill>
          <a:ln/>
        </p:spPr>
        <p:txBody>
          <a:bodyPr wrap="square" rtlCol="0" anchor="ctr"/>
          <a:lstStyle/>
          <a:p>
            <a:pPr marL="0" indent="0">
              <a:buNone/>
            </a:pPr>
            <a:endParaRPr lang="en-US" dirty="0"/>
          </a:p>
        </p:txBody>
      </p:sp>
      <p:sp>
        <p:nvSpPr>
          <p:cNvPr id="3" name="Text 1"/>
          <p:cNvSpPr/>
          <p:nvPr/>
        </p:nvSpPr>
        <p:spPr>
          <a:xfrm>
            <a:off x="0" y="0"/>
            <a:ext cx="5120580" cy="5760244"/>
          </a:xfrm>
          <a:prstGeom prst="rect">
            <a:avLst/>
          </a:prstGeom>
          <a:solidFill>
            <a:srgbClr val="CDEE9E"/>
          </a:solidFill>
          <a:ln/>
        </p:spPr>
        <p:txBody>
          <a:bodyPr wrap="square" rtlCol="0" anchor="ctr"/>
          <a:lstStyle/>
          <a:p>
            <a:pPr marL="0" indent="0">
              <a:buNone/>
            </a:pPr>
            <a:endParaRPr lang="en-US" dirty="0"/>
          </a:p>
        </p:txBody>
      </p:sp>
      <p:sp>
        <p:nvSpPr>
          <p:cNvPr id="4" name="Text 2"/>
          <p:cNvSpPr/>
          <p:nvPr/>
        </p:nvSpPr>
        <p:spPr>
          <a:xfrm>
            <a:off x="5120580" y="0"/>
            <a:ext cx="7071420" cy="2486025"/>
          </a:xfrm>
          <a:prstGeom prst="rect">
            <a:avLst/>
          </a:prstGeom>
          <a:solidFill>
            <a:srgbClr val="FFFFFF"/>
          </a:solidFill>
          <a:ln/>
        </p:spPr>
        <p:txBody>
          <a:bodyPr wrap="square" rtlCol="0" anchor="ctr"/>
          <a:lstStyle/>
          <a:p>
            <a:pPr marL="0" indent="0">
              <a:buNone/>
            </a:pPr>
            <a:endParaRPr lang="en-US" dirty="0"/>
          </a:p>
        </p:txBody>
      </p:sp>
      <p:pic>
        <p:nvPicPr>
          <p:cNvPr id="5" name="Image 0" descr="image.png"/>
          <p:cNvPicPr>
            <a:picLocks noChangeAspect="1"/>
          </p:cNvPicPr>
          <p:nvPr/>
        </p:nvPicPr>
        <p:blipFill>
          <a:blip r:embed="rId3"/>
          <a:srcRect r="135"/>
          <a:stretch/>
        </p:blipFill>
        <p:spPr>
          <a:xfrm>
            <a:off x="5120580" y="0"/>
            <a:ext cx="7067550" cy="2486025"/>
          </a:xfrm>
          <a:prstGeom prst="rect">
            <a:avLst/>
          </a:prstGeom>
        </p:spPr>
      </p:pic>
      <p:sp>
        <p:nvSpPr>
          <p:cNvPr id="6" name="Text 3"/>
          <p:cNvSpPr/>
          <p:nvPr/>
        </p:nvSpPr>
        <p:spPr>
          <a:xfrm>
            <a:off x="5579715" y="457200"/>
            <a:ext cx="6336792" cy="338328"/>
          </a:xfrm>
          <a:prstGeom prst="rect">
            <a:avLst/>
          </a:prstGeom>
          <a:noFill/>
          <a:ln/>
        </p:spPr>
        <p:txBody>
          <a:bodyPr vert="horz" wrap="none" lIns="0" tIns="0" rIns="0" bIns="0" rtlCol="0" anchor="t">
            <a:normAutofit/>
          </a:bodyPr>
          <a:lstStyle/>
          <a:p>
            <a:pPr marL="0" indent="0" algn="l">
              <a:lnSpc>
                <a:spcPts val="2400"/>
              </a:lnSpc>
              <a:buNone/>
            </a:pPr>
            <a:r>
              <a:rPr lang="en-US" sz="1800" b="1" dirty="0">
                <a:solidFill>
                  <a:srgbClr val="3C3A32"/>
                </a:solidFill>
                <a:latin typeface="Nunito ExtraLight" pitchFamily="34" charset="0"/>
                <a:ea typeface="Nunito ExtraLight" pitchFamily="34" charset="-122"/>
                <a:cs typeface="Nunito ExtraLight" pitchFamily="34" charset="-120"/>
              </a:rPr>
              <a:t>Analisis Proteksi Informasi</a:t>
            </a:r>
            <a:endParaRPr lang="en-US" sz="1800" dirty="0"/>
          </a:p>
        </p:txBody>
      </p:sp>
      <p:pic>
        <p:nvPicPr>
          <p:cNvPr id="7" name="Image 1" descr="image.png"/>
          <p:cNvPicPr>
            <a:picLocks noChangeAspect="1"/>
          </p:cNvPicPr>
          <p:nvPr/>
        </p:nvPicPr>
        <p:blipFill>
          <a:blip r:embed="rId4"/>
          <a:srcRect/>
          <a:stretch/>
        </p:blipFill>
        <p:spPr>
          <a:xfrm>
            <a:off x="5577780" y="1066800"/>
            <a:ext cx="6153150" cy="914400"/>
          </a:xfrm>
          <a:prstGeom prst="rect">
            <a:avLst/>
          </a:prstGeom>
        </p:spPr>
      </p:pic>
      <p:sp>
        <p:nvSpPr>
          <p:cNvPr id="8" name="Shape 4"/>
          <p:cNvSpPr/>
          <p:nvPr/>
        </p:nvSpPr>
        <p:spPr>
          <a:xfrm>
            <a:off x="5577780" y="1376363"/>
            <a:ext cx="6157020" cy="0"/>
          </a:xfrm>
          <a:prstGeom prst="line">
            <a:avLst/>
          </a:prstGeom>
          <a:noFill/>
          <a:ln w="9525">
            <a:solidFill>
              <a:srgbClr val="E5E7EB"/>
            </a:solidFill>
            <a:prstDash val="solid"/>
          </a:ln>
        </p:spPr>
      </p:sp>
      <p:sp>
        <p:nvSpPr>
          <p:cNvPr id="9" name="Text 5"/>
          <p:cNvSpPr/>
          <p:nvPr/>
        </p:nvSpPr>
        <p:spPr>
          <a:xfrm>
            <a:off x="5578748" y="1609725"/>
            <a:ext cx="3017520" cy="219456"/>
          </a:xfrm>
          <a:prstGeom prst="rect">
            <a:avLst/>
          </a:prstGeom>
          <a:noFill/>
          <a:ln/>
        </p:spPr>
        <p:txBody>
          <a:bodyPr vert="horz" wrap="none" lIns="0" tIns="0" rIns="0" bIns="0" rtlCol="0" anchor="t">
            <a:normAutofit/>
          </a:bodyPr>
          <a:lstStyle/>
          <a:p>
            <a:pPr marL="0" indent="0" algn="l">
              <a:lnSpc>
                <a:spcPts val="1500"/>
              </a:lnSpc>
              <a:buNone/>
            </a:pPr>
            <a:r>
              <a:rPr lang="en-US" sz="1050" b="1" kern="0" spc="-60" dirty="0">
                <a:solidFill>
                  <a:srgbClr val="3C3A32"/>
                </a:solidFill>
                <a:latin typeface="Nunito ExtraLight" pitchFamily="34" charset="0"/>
                <a:ea typeface="Nunito ExtraLight" pitchFamily="34" charset="-122"/>
                <a:cs typeface="Nunito ExtraLight" pitchFamily="34" charset="-120"/>
              </a:rPr>
              <a:t>DEFINISI SENSITIF</a:t>
            </a:r>
            <a:endParaRPr lang="en-US" sz="1050" dirty="0"/>
          </a:p>
        </p:txBody>
      </p:sp>
      <p:sp>
        <p:nvSpPr>
          <p:cNvPr id="10" name="Text 6"/>
          <p:cNvSpPr/>
          <p:nvPr/>
        </p:nvSpPr>
        <p:spPr>
          <a:xfrm>
            <a:off x="5578748" y="1876425"/>
            <a:ext cx="3017520" cy="182880"/>
          </a:xfrm>
          <a:prstGeom prst="rect">
            <a:avLst/>
          </a:prstGeom>
          <a:noFill/>
          <a:ln/>
        </p:spPr>
        <p:txBody>
          <a:bodyPr vert="horz" wrap="none" lIns="0" tIns="0" rIns="0" bIns="0" rtlCol="0" anchor="t">
            <a:normAutofit/>
          </a:bodyPr>
          <a:lstStyle/>
          <a:p>
            <a:pPr marL="0" indent="0" algn="l">
              <a:lnSpc>
                <a:spcPts val="1200"/>
              </a:lnSpc>
              <a:buNone/>
            </a:pPr>
            <a:r>
              <a:rPr lang="en-US" sz="900" dirty="0">
                <a:solidFill>
                  <a:srgbClr val="6B7280"/>
                </a:solidFill>
                <a:latin typeface="Nunito ExtraLight" pitchFamily="34" charset="0"/>
                <a:ea typeface="Nunito ExtraLight" pitchFamily="34" charset="-122"/>
                <a:cs typeface="Nunito ExtraLight" pitchFamily="34" charset="-120"/>
              </a:rPr>
              <a:t>Metode produksi &amp; nilai ekonomi teknologi informasi.</a:t>
            </a:r>
            <a:endParaRPr lang="en-US" sz="900" dirty="0"/>
          </a:p>
        </p:txBody>
      </p:sp>
      <p:sp>
        <p:nvSpPr>
          <p:cNvPr id="11" name="Text 7"/>
          <p:cNvSpPr/>
          <p:nvPr/>
        </p:nvSpPr>
        <p:spPr>
          <a:xfrm>
            <a:off x="8809658" y="1609725"/>
            <a:ext cx="3017520" cy="219456"/>
          </a:xfrm>
          <a:prstGeom prst="rect">
            <a:avLst/>
          </a:prstGeom>
          <a:noFill/>
          <a:ln/>
        </p:spPr>
        <p:txBody>
          <a:bodyPr vert="horz" wrap="none" lIns="0" tIns="0" rIns="0" bIns="0" rtlCol="0" anchor="t">
            <a:normAutofit/>
          </a:bodyPr>
          <a:lstStyle/>
          <a:p>
            <a:pPr marL="0" indent="0" algn="l">
              <a:lnSpc>
                <a:spcPts val="1500"/>
              </a:lnSpc>
              <a:buNone/>
            </a:pPr>
            <a:r>
              <a:rPr lang="en-US" sz="1050" b="1" kern="0" spc="-60" dirty="0">
                <a:solidFill>
                  <a:srgbClr val="3C3A32"/>
                </a:solidFill>
                <a:latin typeface="Nunito ExtraLight" pitchFamily="34" charset="0"/>
                <a:ea typeface="Nunito ExtraLight" pitchFamily="34" charset="-122"/>
                <a:cs typeface="Nunito ExtraLight" pitchFamily="34" charset="-120"/>
              </a:rPr>
              <a:t>BATAS WAKTU</a:t>
            </a:r>
            <a:endParaRPr lang="en-US" sz="1050" dirty="0"/>
          </a:p>
        </p:txBody>
      </p:sp>
      <p:sp>
        <p:nvSpPr>
          <p:cNvPr id="12" name="Text 8"/>
          <p:cNvSpPr/>
          <p:nvPr/>
        </p:nvSpPr>
        <p:spPr>
          <a:xfrm>
            <a:off x="8809658" y="1876425"/>
            <a:ext cx="3017520" cy="182880"/>
          </a:xfrm>
          <a:prstGeom prst="rect">
            <a:avLst/>
          </a:prstGeom>
          <a:noFill/>
          <a:ln/>
        </p:spPr>
        <p:txBody>
          <a:bodyPr vert="horz" wrap="none" lIns="0" tIns="0" rIns="0" bIns="0" rtlCol="0" anchor="t">
            <a:normAutofit/>
          </a:bodyPr>
          <a:lstStyle/>
          <a:p>
            <a:pPr marL="0" indent="0" algn="l">
              <a:lnSpc>
                <a:spcPts val="1200"/>
              </a:lnSpc>
              <a:buNone/>
            </a:pPr>
            <a:r>
              <a:rPr lang="en-US" sz="900" dirty="0">
                <a:solidFill>
                  <a:srgbClr val="6B7280"/>
                </a:solidFill>
                <a:latin typeface="Nunito ExtraLight" pitchFamily="34" charset="0"/>
                <a:ea typeface="Nunito ExtraLight" pitchFamily="34" charset="-122"/>
                <a:cs typeface="Nunito ExtraLight" pitchFamily="34" charset="-120"/>
              </a:rPr>
              <a:t>Ketentuan pasca-kontrak dan validitas perjanjian kerja.</a:t>
            </a:r>
            <a:endParaRPr lang="en-US" sz="900" dirty="0"/>
          </a:p>
        </p:txBody>
      </p:sp>
      <p:sp>
        <p:nvSpPr>
          <p:cNvPr id="13" name="Text 9"/>
          <p:cNvSpPr/>
          <p:nvPr/>
        </p:nvSpPr>
        <p:spPr>
          <a:xfrm>
            <a:off x="10363200" y="657225"/>
            <a:ext cx="1828800" cy="1828800"/>
          </a:xfrm>
          <a:prstGeom prst="roundRect">
            <a:avLst>
              <a:gd name="adj" fmla="val 100000"/>
            </a:avLst>
          </a:prstGeom>
          <a:solidFill>
            <a:srgbClr val="CDEE9E">
              <a:alpha val="10000"/>
            </a:srgbClr>
          </a:solidFill>
          <a:ln/>
        </p:spPr>
        <p:txBody>
          <a:bodyPr wrap="square" rtlCol="0" anchor="ctr"/>
          <a:lstStyle/>
          <a:p>
            <a:pPr marL="0" indent="0">
              <a:buNone/>
            </a:pPr>
            <a:endParaRPr lang="en-US" dirty="0"/>
          </a:p>
        </p:txBody>
      </p:sp>
      <p:sp>
        <p:nvSpPr>
          <p:cNvPr id="14" name="Text 10"/>
          <p:cNvSpPr/>
          <p:nvPr/>
        </p:nvSpPr>
        <p:spPr>
          <a:xfrm>
            <a:off x="458167" y="457200"/>
            <a:ext cx="1188720" cy="301752"/>
          </a:xfrm>
          <a:prstGeom prst="rect">
            <a:avLst/>
          </a:prstGeom>
          <a:noFill/>
          <a:ln/>
        </p:spPr>
        <p:txBody>
          <a:bodyPr vert="horz" wrap="none" lIns="0" tIns="0" rIns="0" bIns="0" rtlCol="0" anchor="t">
            <a:normAutofit/>
          </a:bodyPr>
          <a:lstStyle/>
          <a:p>
            <a:pPr marL="0" indent="0" algn="l">
              <a:lnSpc>
                <a:spcPts val="2100"/>
              </a:lnSpc>
              <a:buNone/>
            </a:pPr>
            <a:r>
              <a:rPr lang="en-US" sz="1500" b="1" kern="0" spc="180" dirty="0">
                <a:solidFill>
                  <a:srgbClr val="3C3A32"/>
                </a:solidFill>
                <a:latin typeface="Nunito ExtraLight" pitchFamily="34" charset="0"/>
                <a:ea typeface="Nunito ExtraLight" pitchFamily="34" charset="-122"/>
                <a:cs typeface="Nunito ExtraLight" pitchFamily="34" charset="-120"/>
              </a:rPr>
              <a:t>STRATEGI</a:t>
            </a:r>
            <a:endParaRPr lang="en-US" sz="1500" dirty="0"/>
          </a:p>
        </p:txBody>
      </p:sp>
      <p:sp>
        <p:nvSpPr>
          <p:cNvPr id="15" name="Text 11"/>
          <p:cNvSpPr/>
          <p:nvPr/>
        </p:nvSpPr>
        <p:spPr>
          <a:xfrm>
            <a:off x="1687860" y="514350"/>
            <a:ext cx="9525" cy="152400"/>
          </a:xfrm>
          <a:prstGeom prst="rect">
            <a:avLst/>
          </a:prstGeom>
          <a:solidFill>
            <a:srgbClr val="3C3A32">
              <a:alpha val="30000"/>
            </a:srgbClr>
          </a:solidFill>
          <a:ln/>
        </p:spPr>
        <p:txBody>
          <a:bodyPr wrap="square" rtlCol="0" anchor="ctr"/>
          <a:lstStyle/>
          <a:p>
            <a:pPr marL="0" indent="0">
              <a:buNone/>
            </a:pPr>
            <a:endParaRPr lang="en-US" dirty="0"/>
          </a:p>
        </p:txBody>
      </p:sp>
      <p:sp>
        <p:nvSpPr>
          <p:cNvPr id="16" name="Text 12"/>
          <p:cNvSpPr/>
          <p:nvPr/>
        </p:nvSpPr>
        <p:spPr>
          <a:xfrm>
            <a:off x="1811685" y="457200"/>
            <a:ext cx="1901952" cy="301752"/>
          </a:xfrm>
          <a:prstGeom prst="rect">
            <a:avLst/>
          </a:prstGeom>
          <a:noFill/>
          <a:ln/>
        </p:spPr>
        <p:txBody>
          <a:bodyPr vert="horz" wrap="none" lIns="0" tIns="0" rIns="0" bIns="0" rtlCol="0" anchor="t">
            <a:normAutofit/>
          </a:bodyPr>
          <a:lstStyle/>
          <a:p>
            <a:pPr marL="0" indent="0" algn="l">
              <a:lnSpc>
                <a:spcPts val="2100"/>
              </a:lnSpc>
              <a:buNone/>
            </a:pPr>
            <a:r>
              <a:rPr lang="en-US" sz="1350" kern="0" spc="130" dirty="0">
                <a:solidFill>
                  <a:srgbClr val="3C3A32">
                    <a:alpha val="80000"/>
                  </a:srgbClr>
                </a:solidFill>
                <a:latin typeface="Nunito ExtraLight" pitchFamily="34" charset="0"/>
                <a:ea typeface="Nunito ExtraLight" pitchFamily="34" charset="-122"/>
                <a:cs typeface="Nunito ExtraLight" pitchFamily="34" charset="-120"/>
              </a:rPr>
              <a:t>MEREK &amp; RAHASIA</a:t>
            </a:r>
            <a:endParaRPr lang="en-US" sz="1350" dirty="0"/>
          </a:p>
        </p:txBody>
      </p:sp>
      <p:sp>
        <p:nvSpPr>
          <p:cNvPr id="17" name="Text 13"/>
          <p:cNvSpPr/>
          <p:nvPr/>
        </p:nvSpPr>
        <p:spPr>
          <a:xfrm>
            <a:off x="457200" y="1485900"/>
            <a:ext cx="609600" cy="57150"/>
          </a:xfrm>
          <a:prstGeom prst="rect">
            <a:avLst/>
          </a:prstGeom>
          <a:solidFill>
            <a:srgbClr val="3C3A32"/>
          </a:solidFill>
          <a:ln/>
        </p:spPr>
        <p:txBody>
          <a:bodyPr wrap="square" rtlCol="0" anchor="ctr"/>
          <a:lstStyle/>
          <a:p>
            <a:pPr marL="0" indent="0">
              <a:buNone/>
            </a:pPr>
            <a:endParaRPr lang="en-US" dirty="0"/>
          </a:p>
        </p:txBody>
      </p:sp>
      <p:sp>
        <p:nvSpPr>
          <p:cNvPr id="18" name="Text 14"/>
          <p:cNvSpPr/>
          <p:nvPr/>
        </p:nvSpPr>
        <p:spPr>
          <a:xfrm>
            <a:off x="455265" y="1771650"/>
            <a:ext cx="4361688" cy="1207008"/>
          </a:xfrm>
          <a:prstGeom prst="rect">
            <a:avLst/>
          </a:prstGeom>
          <a:noFill/>
          <a:ln/>
        </p:spPr>
        <p:txBody>
          <a:bodyPr vert="horz" wrap="square" lIns="0" tIns="0" rIns="0" bIns="0" rtlCol="0" anchor="t"/>
          <a:lstStyle/>
          <a:p>
            <a:pPr marL="0" indent="0" algn="l">
              <a:lnSpc>
                <a:spcPts val="4725"/>
              </a:lnSpc>
              <a:buNone/>
            </a:pPr>
            <a:r>
              <a:rPr lang="en-US" sz="4500" kern="0" spc="-90" dirty="0">
                <a:solidFill>
                  <a:srgbClr val="3C3A32"/>
                </a:solidFill>
                <a:latin typeface="Pacifico" pitchFamily="34" charset="0"/>
                <a:ea typeface="Pacifico" pitchFamily="34" charset="-122"/>
                <a:cs typeface="Pacifico" pitchFamily="34" charset="-120"/>
              </a:rPr>
              <a:t>Cakupan &amp;</a:t>
            </a:r>
            <a:endParaRPr lang="en-US" sz="4500" dirty="0"/>
          </a:p>
          <a:p>
            <a:pPr marL="0" indent="0" algn="l">
              <a:lnSpc>
                <a:spcPts val="4725"/>
              </a:lnSpc>
              <a:buNone/>
            </a:pPr>
            <a:r>
              <a:rPr lang="en-US" sz="4500" kern="0" spc="-90" dirty="0">
                <a:solidFill>
                  <a:srgbClr val="3C3A32"/>
                </a:solidFill>
                <a:latin typeface="Pacifico" pitchFamily="34" charset="0"/>
                <a:ea typeface="Pacifico" pitchFamily="34" charset="-122"/>
                <a:cs typeface="Pacifico" pitchFamily="34" charset="-120"/>
              </a:rPr>
              <a:t>Durasi.</a:t>
            </a:r>
            <a:endParaRPr lang="en-US" sz="4500" dirty="0"/>
          </a:p>
        </p:txBody>
      </p:sp>
      <p:sp>
        <p:nvSpPr>
          <p:cNvPr id="19" name="Text 15"/>
          <p:cNvSpPr/>
          <p:nvPr/>
        </p:nvSpPr>
        <p:spPr>
          <a:xfrm>
            <a:off x="455265" y="3124200"/>
            <a:ext cx="4343400" cy="301752"/>
          </a:xfrm>
          <a:prstGeom prst="rect">
            <a:avLst/>
          </a:prstGeom>
          <a:noFill/>
          <a:ln/>
        </p:spPr>
        <p:txBody>
          <a:bodyPr vert="horz" wrap="none" lIns="0" tIns="0" rIns="0" bIns="0" rtlCol="0" anchor="t">
            <a:normAutofit/>
          </a:bodyPr>
          <a:lstStyle/>
          <a:p>
            <a:pPr marL="0" indent="0" algn="l">
              <a:lnSpc>
                <a:spcPts val="2100"/>
              </a:lnSpc>
              <a:buNone/>
            </a:pPr>
            <a:r>
              <a:rPr lang="en-US" sz="1500" kern="0" spc="30" dirty="0">
                <a:solidFill>
                  <a:srgbClr val="3C3A32">
                    <a:alpha val="60000"/>
                  </a:srgbClr>
                </a:solidFill>
                <a:latin typeface="Nunito ExtraLight" pitchFamily="34" charset="0"/>
                <a:ea typeface="Nunito ExtraLight" pitchFamily="34" charset="-122"/>
                <a:cs typeface="Nunito ExtraLight" pitchFamily="34" charset="-120"/>
              </a:rPr>
              <a:t>RAHASIA DAGANG DIGITAL</a:t>
            </a:r>
            <a:endParaRPr lang="en-US" sz="1500" dirty="0"/>
          </a:p>
        </p:txBody>
      </p:sp>
      <p:sp>
        <p:nvSpPr>
          <p:cNvPr id="20" name="Text 16"/>
          <p:cNvSpPr/>
          <p:nvPr/>
        </p:nvSpPr>
        <p:spPr>
          <a:xfrm>
            <a:off x="0" y="3390900"/>
            <a:ext cx="5120580" cy="2369344"/>
          </a:xfrm>
          <a:prstGeom prst="rect">
            <a:avLst/>
          </a:prstGeom>
          <a:solidFill>
            <a:srgbClr val="3C3A32"/>
          </a:solidFill>
          <a:ln/>
        </p:spPr>
        <p:txBody>
          <a:bodyPr wrap="square" rtlCol="0" anchor="ctr"/>
          <a:lstStyle/>
          <a:p>
            <a:pPr marL="0" indent="0">
              <a:buNone/>
            </a:pPr>
            <a:endParaRPr lang="en-US" dirty="0"/>
          </a:p>
        </p:txBody>
      </p:sp>
      <p:sp>
        <p:nvSpPr>
          <p:cNvPr id="21" name="Text 17"/>
          <p:cNvSpPr/>
          <p:nvPr/>
        </p:nvSpPr>
        <p:spPr>
          <a:xfrm>
            <a:off x="457200" y="3900488"/>
            <a:ext cx="38100" cy="38100"/>
          </a:xfrm>
          <a:prstGeom prst="roundRect">
            <a:avLst>
              <a:gd name="adj" fmla="val 960000"/>
            </a:avLst>
          </a:prstGeom>
          <a:solidFill>
            <a:srgbClr val="CDEE9E"/>
          </a:solidFill>
          <a:ln/>
        </p:spPr>
        <p:txBody>
          <a:bodyPr wrap="square" rtlCol="0" anchor="ctr"/>
          <a:lstStyle/>
          <a:p>
            <a:pPr marL="0" indent="0">
              <a:buNone/>
            </a:pPr>
            <a:endParaRPr lang="en-US" dirty="0"/>
          </a:p>
        </p:txBody>
      </p:sp>
      <p:sp>
        <p:nvSpPr>
          <p:cNvPr id="22" name="Text 18"/>
          <p:cNvSpPr/>
          <p:nvPr/>
        </p:nvSpPr>
        <p:spPr>
          <a:xfrm>
            <a:off x="647700" y="3848100"/>
            <a:ext cx="1060704" cy="173736"/>
          </a:xfrm>
          <a:prstGeom prst="rect">
            <a:avLst/>
          </a:prstGeom>
          <a:noFill/>
          <a:ln/>
        </p:spPr>
        <p:txBody>
          <a:bodyPr vert="horz" wrap="none" lIns="0" tIns="0" rIns="0" bIns="0" rtlCol="0" anchor="t">
            <a:normAutofit/>
          </a:bodyPr>
          <a:lstStyle/>
          <a:p>
            <a:pPr marL="0" indent="0" algn="l">
              <a:lnSpc>
                <a:spcPts val="1125"/>
              </a:lnSpc>
              <a:buNone/>
            </a:pPr>
            <a:r>
              <a:rPr lang="en-US" sz="750" b="1" kern="0" spc="150" dirty="0">
                <a:solidFill>
                  <a:srgbClr val="CDEE9E"/>
                </a:solidFill>
                <a:latin typeface="Nunito ExtraLight" pitchFamily="34" charset="0"/>
                <a:ea typeface="Nunito ExtraLight" pitchFamily="34" charset="-122"/>
                <a:cs typeface="Nunito ExtraLight" pitchFamily="34" charset="-120"/>
              </a:rPr>
              <a:t>WAWASAN AHLI</a:t>
            </a:r>
            <a:endParaRPr lang="en-US" sz="750" dirty="0"/>
          </a:p>
        </p:txBody>
      </p:sp>
      <p:sp>
        <p:nvSpPr>
          <p:cNvPr id="23" name="Text 19"/>
          <p:cNvSpPr/>
          <p:nvPr/>
        </p:nvSpPr>
        <p:spPr>
          <a:xfrm>
            <a:off x="455265" y="4218384"/>
            <a:ext cx="4251960" cy="1088136"/>
          </a:xfrm>
          <a:prstGeom prst="rect">
            <a:avLst/>
          </a:prstGeom>
          <a:noFill/>
          <a:ln/>
        </p:spPr>
        <p:txBody>
          <a:bodyPr vert="horz" wrap="square" lIns="0" tIns="0" rIns="0" bIns="0" rtlCol="0" anchor="t"/>
          <a:lstStyle/>
          <a:p>
            <a:pPr marL="0" indent="0" algn="just">
              <a:lnSpc>
                <a:spcPts val="1706"/>
              </a:lnSpc>
              <a:buNone/>
            </a:pPr>
            <a:r>
              <a:rPr lang="en-US" sz="1050" dirty="0">
                <a:solidFill>
                  <a:srgbClr val="D1D5DB"/>
                </a:solidFill>
                <a:latin typeface="Nunito ExtraLight" pitchFamily="34" charset="0"/>
                <a:ea typeface="Nunito ExtraLight" pitchFamily="34" charset="-122"/>
                <a:cs typeface="Nunito ExtraLight" pitchFamily="34" charset="-120"/>
              </a:rPr>
              <a:t>Informasi sensitif mencakup metode produksi, teknologi, atau bisnis yang memiliki nilai ekonomi. Pelindungan ini diperkuat melalui sinergi DJKI dan DKPTO guna mencegah kebocoran data di era digital. Durasi kerahasiaan harus ditentukan secara tegas dalam kontrak, tetap berlaku efektif bahkan setelah hubungan kerja berakhir.</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FFFFF"/>
          </a:solidFill>
          <a:ln/>
        </p:spPr>
        <p:txBody>
          <a:bodyPr wrap="square" rtlCol="0" anchor="ctr"/>
          <a:lstStyle/>
          <a:p>
            <a:pPr marL="0" indent="0">
              <a:buNone/>
            </a:pPr>
            <a:endParaRPr lang="en-US" dirty="0"/>
          </a:p>
        </p:txBody>
      </p:sp>
      <p:sp>
        <p:nvSpPr>
          <p:cNvPr id="3" name="Text 1"/>
          <p:cNvSpPr/>
          <p:nvPr/>
        </p:nvSpPr>
        <p:spPr>
          <a:xfrm>
            <a:off x="0" y="0"/>
            <a:ext cx="12192000" cy="6858000"/>
          </a:xfrm>
          <a:prstGeom prst="rect">
            <a:avLst/>
          </a:prstGeom>
          <a:solidFill>
            <a:srgbClr val="FFFFFF"/>
          </a:solidFill>
          <a:ln/>
        </p:spPr>
        <p:txBody>
          <a:bodyPr wrap="square" rtlCol="0" anchor="ctr"/>
          <a:lstStyle/>
          <a:p>
            <a:pPr marL="0" indent="0">
              <a:buNone/>
            </a:pPr>
            <a:endParaRPr lang="en-US" dirty="0"/>
          </a:p>
        </p:txBody>
      </p:sp>
      <p:sp>
        <p:nvSpPr>
          <p:cNvPr id="4" name="Text 2"/>
          <p:cNvSpPr/>
          <p:nvPr/>
        </p:nvSpPr>
        <p:spPr>
          <a:xfrm>
            <a:off x="228600" y="228600"/>
            <a:ext cx="3619500" cy="6400800"/>
          </a:xfrm>
          <a:prstGeom prst="roundRect">
            <a:avLst>
              <a:gd name="adj" fmla="val 6316"/>
            </a:avLst>
          </a:prstGeom>
          <a:solidFill>
            <a:srgbClr val="3C3A32"/>
          </a:solidFill>
          <a:ln/>
        </p:spPr>
        <p:txBody>
          <a:bodyPr wrap="square" rtlCol="0" anchor="ctr"/>
          <a:lstStyle/>
          <a:p>
            <a:pPr marL="0" indent="0">
              <a:buNone/>
            </a:pPr>
            <a:endParaRPr lang="en-US" dirty="0"/>
          </a:p>
        </p:txBody>
      </p:sp>
      <p:sp>
        <p:nvSpPr>
          <p:cNvPr id="5" name="Text 3"/>
          <p:cNvSpPr/>
          <p:nvPr/>
        </p:nvSpPr>
        <p:spPr>
          <a:xfrm>
            <a:off x="610567" y="609600"/>
            <a:ext cx="1188720" cy="301752"/>
          </a:xfrm>
          <a:prstGeom prst="rect">
            <a:avLst/>
          </a:prstGeom>
          <a:noFill/>
          <a:ln/>
        </p:spPr>
        <p:txBody>
          <a:bodyPr vert="horz" wrap="none" lIns="0" tIns="0" rIns="0" bIns="0" rtlCol="0" anchor="t">
            <a:normAutofit/>
          </a:bodyPr>
          <a:lstStyle/>
          <a:p>
            <a:pPr marL="0" indent="0" algn="l">
              <a:lnSpc>
                <a:spcPts val="2100"/>
              </a:lnSpc>
              <a:buNone/>
            </a:pPr>
            <a:r>
              <a:rPr lang="en-US" sz="1500" b="1" kern="0" spc="180" dirty="0">
                <a:solidFill>
                  <a:srgbClr val="FFFFFF"/>
                </a:solidFill>
                <a:latin typeface="Nunito ExtraLight" pitchFamily="34" charset="0"/>
                <a:ea typeface="Nunito ExtraLight" pitchFamily="34" charset="-122"/>
                <a:cs typeface="Nunito ExtraLight" pitchFamily="34" charset="-120"/>
              </a:rPr>
              <a:t>STRATEGI</a:t>
            </a:r>
            <a:endParaRPr lang="en-US" sz="1500" dirty="0"/>
          </a:p>
        </p:txBody>
      </p:sp>
      <p:sp>
        <p:nvSpPr>
          <p:cNvPr id="6" name="Text 4"/>
          <p:cNvSpPr/>
          <p:nvPr/>
        </p:nvSpPr>
        <p:spPr>
          <a:xfrm>
            <a:off x="1840260" y="666750"/>
            <a:ext cx="9525" cy="152400"/>
          </a:xfrm>
          <a:prstGeom prst="rect">
            <a:avLst/>
          </a:prstGeom>
          <a:solidFill>
            <a:srgbClr val="FFFFFF">
              <a:alpha val="30000"/>
            </a:srgbClr>
          </a:solidFill>
          <a:ln/>
        </p:spPr>
        <p:txBody>
          <a:bodyPr wrap="square" rtlCol="0" anchor="ctr"/>
          <a:lstStyle/>
          <a:p>
            <a:pPr marL="0" indent="0">
              <a:buNone/>
            </a:pPr>
            <a:endParaRPr lang="en-US" dirty="0"/>
          </a:p>
        </p:txBody>
      </p:sp>
      <p:sp>
        <p:nvSpPr>
          <p:cNvPr id="7" name="Text 5"/>
          <p:cNvSpPr/>
          <p:nvPr/>
        </p:nvSpPr>
        <p:spPr>
          <a:xfrm>
            <a:off x="1966020" y="647700"/>
            <a:ext cx="978408" cy="219456"/>
          </a:xfrm>
          <a:prstGeom prst="rect">
            <a:avLst/>
          </a:prstGeom>
          <a:noFill/>
          <a:ln/>
        </p:spPr>
        <p:txBody>
          <a:bodyPr vert="horz" wrap="none" lIns="0" tIns="0" rIns="0" bIns="0" rtlCol="0" anchor="t">
            <a:normAutofit/>
          </a:bodyPr>
          <a:lstStyle/>
          <a:p>
            <a:pPr marL="0" indent="0" algn="l">
              <a:lnSpc>
                <a:spcPts val="1500"/>
              </a:lnSpc>
              <a:buNone/>
            </a:pPr>
            <a:r>
              <a:rPr lang="en-US" sz="1050" kern="0" spc="100" dirty="0">
                <a:solidFill>
                  <a:srgbClr val="FFFFFF">
                    <a:alpha val="80000"/>
                  </a:srgbClr>
                </a:solidFill>
                <a:latin typeface="Nunito ExtraLight" pitchFamily="34" charset="0"/>
                <a:ea typeface="Nunito ExtraLight" pitchFamily="34" charset="-122"/>
                <a:cs typeface="Nunito ExtraLight" pitchFamily="34" charset="-120"/>
              </a:rPr>
              <a:t>ERA DIGITAL</a:t>
            </a:r>
            <a:endParaRPr lang="en-US" sz="1050" dirty="0"/>
          </a:p>
        </p:txBody>
      </p:sp>
      <p:sp>
        <p:nvSpPr>
          <p:cNvPr id="8" name="Text 6"/>
          <p:cNvSpPr/>
          <p:nvPr/>
        </p:nvSpPr>
        <p:spPr>
          <a:xfrm>
            <a:off x="609600" y="3662362"/>
            <a:ext cx="2953512" cy="301752"/>
          </a:xfrm>
          <a:prstGeom prst="rect">
            <a:avLst/>
          </a:prstGeom>
          <a:noFill/>
          <a:ln/>
        </p:spPr>
        <p:txBody>
          <a:bodyPr vert="horz" wrap="none" lIns="0" tIns="0" rIns="0" bIns="0" rtlCol="0" anchor="t">
            <a:normAutofit/>
          </a:bodyPr>
          <a:lstStyle/>
          <a:p>
            <a:pPr marL="0" indent="0" algn="l">
              <a:lnSpc>
                <a:spcPts val="2100"/>
              </a:lnSpc>
              <a:buNone/>
            </a:pPr>
            <a:r>
              <a:rPr lang="en-US" sz="1200" i="1" kern="0" spc="30" dirty="0">
                <a:solidFill>
                  <a:srgbClr val="9CA3AF"/>
                </a:solidFill>
                <a:latin typeface="Nunito ExtraLight" pitchFamily="34" charset="0"/>
                <a:ea typeface="Nunito ExtraLight" pitchFamily="34" charset="-122"/>
                <a:cs typeface="Nunito ExtraLight" pitchFamily="34" charset="-120"/>
              </a:rPr>
              <a:t>Pelindungan Merek dan Rahasia Dagang</a:t>
            </a:r>
            <a:endParaRPr lang="en-US" sz="1200" dirty="0"/>
          </a:p>
        </p:txBody>
      </p:sp>
      <p:sp>
        <p:nvSpPr>
          <p:cNvPr id="9" name="Text 7"/>
          <p:cNvSpPr/>
          <p:nvPr/>
        </p:nvSpPr>
        <p:spPr>
          <a:xfrm>
            <a:off x="609600" y="4079081"/>
            <a:ext cx="2962656" cy="1508760"/>
          </a:xfrm>
          <a:prstGeom prst="rect">
            <a:avLst/>
          </a:prstGeom>
          <a:noFill/>
          <a:ln/>
        </p:spPr>
        <p:txBody>
          <a:bodyPr vert="horz" wrap="square" lIns="0" tIns="0" rIns="0" bIns="0" rtlCol="0" anchor="t"/>
          <a:lstStyle/>
          <a:p>
            <a:pPr marL="0" indent="0" algn="l">
              <a:lnSpc>
                <a:spcPts val="3938"/>
              </a:lnSpc>
              <a:buNone/>
            </a:pPr>
            <a:r>
              <a:rPr lang="en-US" sz="3150" dirty="0">
                <a:solidFill>
                  <a:srgbClr val="FFFFFF"/>
                </a:solidFill>
                <a:latin typeface="Pacifico" pitchFamily="34" charset="0"/>
                <a:ea typeface="Pacifico" pitchFamily="34" charset="-122"/>
                <a:cs typeface="Pacifico" pitchFamily="34" charset="-120"/>
              </a:rPr>
              <a:t>Sanksi 
</a:t>
            </a:r>
            <a:r>
              <a:rPr lang="en-US" sz="3150" i="1" dirty="0">
                <a:solidFill>
                  <a:srgbClr val="CDEE9E"/>
                </a:solidFill>
                <a:latin typeface="Pacifico" pitchFamily="34" charset="0"/>
                <a:ea typeface="Pacifico" pitchFamily="34" charset="-122"/>
                <a:cs typeface="Pacifico" pitchFamily="34" charset="-120"/>
              </a:rPr>
              <a:t>Pelanggaran
</a:t>
            </a:r>
            <a:r>
              <a:rPr lang="en-US" sz="3150" dirty="0">
                <a:solidFill>
                  <a:srgbClr val="FFFFFF"/>
                </a:solidFill>
                <a:latin typeface="Pacifico" pitchFamily="34" charset="0"/>
                <a:ea typeface="Pacifico" pitchFamily="34" charset="-122"/>
                <a:cs typeface="Pacifico" pitchFamily="34" charset="-120"/>
              </a:rPr>
              <a:t> Rahasia.</a:t>
            </a:r>
            <a:endParaRPr lang="en-US" sz="3150" dirty="0"/>
          </a:p>
        </p:txBody>
      </p:sp>
      <p:sp>
        <p:nvSpPr>
          <p:cNvPr id="10" name="Text 8"/>
          <p:cNvSpPr/>
          <p:nvPr/>
        </p:nvSpPr>
        <p:spPr>
          <a:xfrm>
            <a:off x="609600" y="5886450"/>
            <a:ext cx="609600" cy="57150"/>
          </a:xfrm>
          <a:prstGeom prst="roundRect">
            <a:avLst>
              <a:gd name="adj" fmla="val 100000"/>
            </a:avLst>
          </a:prstGeom>
          <a:solidFill>
            <a:srgbClr val="CDEE9E"/>
          </a:solidFill>
          <a:ln/>
        </p:spPr>
        <p:txBody>
          <a:bodyPr wrap="square" rtlCol="0" anchor="ctr"/>
          <a:lstStyle/>
          <a:p>
            <a:pPr marL="0" indent="0">
              <a:buNone/>
            </a:pPr>
            <a:endParaRPr lang="en-US" dirty="0"/>
          </a:p>
        </p:txBody>
      </p:sp>
      <p:sp>
        <p:nvSpPr>
          <p:cNvPr id="11" name="Text 9"/>
          <p:cNvSpPr/>
          <p:nvPr/>
        </p:nvSpPr>
        <p:spPr>
          <a:xfrm>
            <a:off x="4076700" y="228600"/>
            <a:ext cx="3829050" cy="3086100"/>
          </a:xfrm>
          <a:prstGeom prst="roundRect">
            <a:avLst>
              <a:gd name="adj" fmla="val 7407"/>
            </a:avLst>
          </a:prstGeom>
          <a:solidFill>
            <a:srgbClr val="F8F9F5"/>
          </a:solidFill>
          <a:ln w="9525">
            <a:solidFill>
              <a:srgbClr val="E5E7EB"/>
            </a:solidFill>
          </a:ln>
        </p:spPr>
        <p:txBody>
          <a:bodyPr wrap="square" rtlCol="0" anchor="ctr"/>
          <a:lstStyle/>
          <a:p>
            <a:pPr marL="0" indent="0">
              <a:buNone/>
            </a:pPr>
            <a:endParaRPr lang="en-US" dirty="0"/>
          </a:p>
        </p:txBody>
      </p:sp>
      <p:sp>
        <p:nvSpPr>
          <p:cNvPr id="12" name="Text 10"/>
          <p:cNvSpPr/>
          <p:nvPr/>
        </p:nvSpPr>
        <p:spPr>
          <a:xfrm>
            <a:off x="8134350" y="228600"/>
            <a:ext cx="3829050" cy="3086100"/>
          </a:xfrm>
          <a:prstGeom prst="roundRect">
            <a:avLst>
              <a:gd name="adj" fmla="val 7407"/>
            </a:avLst>
          </a:prstGeom>
          <a:solidFill>
            <a:srgbClr val="F2F0EB"/>
          </a:solidFill>
          <a:ln/>
        </p:spPr>
        <p:txBody>
          <a:bodyPr wrap="square" rtlCol="0" anchor="ctr"/>
          <a:lstStyle/>
          <a:p>
            <a:pPr marL="0" indent="0">
              <a:buNone/>
            </a:pPr>
            <a:endParaRPr lang="en-US" dirty="0"/>
          </a:p>
        </p:txBody>
      </p:sp>
      <p:sp>
        <p:nvSpPr>
          <p:cNvPr id="13" name="Text 11"/>
          <p:cNvSpPr/>
          <p:nvPr/>
        </p:nvSpPr>
        <p:spPr>
          <a:xfrm>
            <a:off x="8439150" y="533400"/>
            <a:ext cx="1618488" cy="512064"/>
          </a:xfrm>
          <a:prstGeom prst="rect">
            <a:avLst/>
          </a:prstGeom>
          <a:noFill/>
          <a:ln/>
        </p:spPr>
        <p:txBody>
          <a:bodyPr vert="horz" wrap="none" lIns="0" tIns="0" rIns="0" bIns="0" rtlCol="0" anchor="t">
            <a:normAutofit/>
          </a:bodyPr>
          <a:lstStyle/>
          <a:p>
            <a:pPr marL="0" indent="0" algn="l">
              <a:lnSpc>
                <a:spcPts val="3600"/>
              </a:lnSpc>
              <a:buNone/>
            </a:pPr>
            <a:r>
              <a:rPr lang="en-US" sz="3600" kern="0" spc="-180" dirty="0">
                <a:solidFill>
                  <a:srgbClr val="3C3A32"/>
                </a:solidFill>
                <a:latin typeface="Pacifico" pitchFamily="34" charset="0"/>
                <a:ea typeface="Pacifico" pitchFamily="34" charset="-122"/>
                <a:cs typeface="Pacifico" pitchFamily="34" charset="-120"/>
              </a:rPr>
              <a:t>ADR</a:t>
            </a:r>
            <a:endParaRPr lang="en-US" sz="3600" dirty="0"/>
          </a:p>
        </p:txBody>
      </p:sp>
      <p:sp>
        <p:nvSpPr>
          <p:cNvPr id="14" name="Text 12"/>
          <p:cNvSpPr/>
          <p:nvPr/>
        </p:nvSpPr>
        <p:spPr>
          <a:xfrm>
            <a:off x="8439150" y="1028700"/>
            <a:ext cx="1545336" cy="301752"/>
          </a:xfrm>
          <a:prstGeom prst="rect">
            <a:avLst/>
          </a:prstGeom>
          <a:noFill/>
          <a:ln/>
        </p:spPr>
        <p:txBody>
          <a:bodyPr vert="horz" wrap="none" lIns="0" tIns="0" rIns="0" bIns="0" rtlCol="0" anchor="t">
            <a:normAutofit/>
          </a:bodyPr>
          <a:lstStyle/>
          <a:p>
            <a:pPr marL="0" indent="0" algn="l">
              <a:lnSpc>
                <a:spcPts val="2100"/>
              </a:lnSpc>
              <a:buNone/>
            </a:pPr>
            <a:r>
              <a:rPr lang="en-US" sz="1350" i="1" dirty="0">
                <a:solidFill>
                  <a:srgbClr val="3C3A32"/>
                </a:solidFill>
                <a:latin typeface="Nunito ExtraLight" pitchFamily="34" charset="0"/>
                <a:ea typeface="Nunito ExtraLight" pitchFamily="34" charset="-122"/>
                <a:cs typeface="Nunito ExtraLight" pitchFamily="34" charset="-120"/>
              </a:rPr>
              <a:t>Litigasi &amp; Arbitrase</a:t>
            </a:r>
            <a:endParaRPr lang="en-US" sz="1350" dirty="0"/>
          </a:p>
        </p:txBody>
      </p:sp>
      <p:pic>
        <p:nvPicPr>
          <p:cNvPr id="15" name="Image 0" descr="image.png"/>
          <p:cNvPicPr>
            <a:picLocks noChangeAspect="1"/>
          </p:cNvPicPr>
          <p:nvPr/>
        </p:nvPicPr>
        <p:blipFill>
          <a:blip r:embed="rId3"/>
          <a:srcRect/>
          <a:stretch/>
        </p:blipFill>
        <p:spPr>
          <a:xfrm>
            <a:off x="8458200" y="2266950"/>
            <a:ext cx="723900" cy="723900"/>
          </a:xfrm>
          <a:prstGeom prst="ellipse">
            <a:avLst/>
          </a:prstGeom>
        </p:spPr>
      </p:pic>
      <p:sp>
        <p:nvSpPr>
          <p:cNvPr id="16" name="Text 13"/>
          <p:cNvSpPr/>
          <p:nvPr/>
        </p:nvSpPr>
        <p:spPr>
          <a:xfrm>
            <a:off x="9353550" y="2352675"/>
            <a:ext cx="2340864" cy="557784"/>
          </a:xfrm>
          <a:prstGeom prst="rect">
            <a:avLst/>
          </a:prstGeom>
          <a:noFill/>
          <a:ln/>
        </p:spPr>
        <p:txBody>
          <a:bodyPr vert="horz" wrap="square" lIns="0" tIns="0" rIns="0" bIns="0" rtlCol="0" anchor="t"/>
          <a:lstStyle/>
          <a:p>
            <a:pPr marL="0" indent="0" algn="l">
              <a:lnSpc>
                <a:spcPts val="1444"/>
              </a:lnSpc>
              <a:buNone/>
            </a:pPr>
            <a:r>
              <a:rPr lang="en-US" sz="1050" dirty="0">
                <a:solidFill>
                  <a:srgbClr val="3C3A32">
                    <a:alpha val="80000"/>
                  </a:srgbClr>
                </a:solidFill>
                <a:latin typeface="Nunito ExtraLight" pitchFamily="34" charset="0"/>
                <a:ea typeface="Nunito ExtraLight" pitchFamily="34" charset="-122"/>
                <a:cs typeface="Nunito ExtraLight" pitchFamily="34" charset="-120"/>
              </a:rPr>
              <a:t>Penyelesaian sengketa kebocoran informasi melalui pengadilan negeri atau jalur arbitrase.</a:t>
            </a:r>
            <a:endParaRPr lang="en-US" sz="1050" dirty="0"/>
          </a:p>
        </p:txBody>
      </p:sp>
      <p:sp>
        <p:nvSpPr>
          <p:cNvPr id="17" name="Text 14"/>
          <p:cNvSpPr/>
          <p:nvPr/>
        </p:nvSpPr>
        <p:spPr>
          <a:xfrm>
            <a:off x="4076700" y="3543300"/>
            <a:ext cx="3829050" cy="3086100"/>
          </a:xfrm>
          <a:prstGeom prst="roundRect">
            <a:avLst>
              <a:gd name="adj" fmla="val 7407"/>
            </a:avLst>
          </a:prstGeom>
          <a:solidFill>
            <a:srgbClr val="CDEE9E"/>
          </a:solidFill>
          <a:ln/>
        </p:spPr>
        <p:txBody>
          <a:bodyPr wrap="square" rtlCol="0" anchor="ctr"/>
          <a:lstStyle/>
          <a:p>
            <a:pPr marL="0" indent="0">
              <a:buNone/>
            </a:pPr>
            <a:endParaRPr lang="en-US" dirty="0"/>
          </a:p>
        </p:txBody>
      </p:sp>
      <p:pic>
        <p:nvPicPr>
          <p:cNvPr id="18" name="Image 1" descr="image.png"/>
          <p:cNvPicPr>
            <a:picLocks noChangeAspect="1"/>
          </p:cNvPicPr>
          <p:nvPr/>
        </p:nvPicPr>
        <p:blipFill>
          <a:blip r:embed="rId4"/>
          <a:srcRect/>
          <a:stretch/>
        </p:blipFill>
        <p:spPr>
          <a:xfrm rot="20700000">
            <a:off x="6877050" y="5791200"/>
            <a:ext cx="1219200" cy="1219200"/>
          </a:xfrm>
          <a:prstGeom prst="rect">
            <a:avLst/>
          </a:prstGeom>
        </p:spPr>
      </p:pic>
      <p:sp>
        <p:nvSpPr>
          <p:cNvPr id="19" name="Text 15"/>
          <p:cNvSpPr/>
          <p:nvPr/>
        </p:nvSpPr>
        <p:spPr>
          <a:xfrm>
            <a:off x="8134350" y="3543300"/>
            <a:ext cx="3829050" cy="3086100"/>
          </a:xfrm>
          <a:prstGeom prst="roundRect">
            <a:avLst>
              <a:gd name="adj" fmla="val 7407"/>
            </a:avLst>
          </a:prstGeom>
          <a:solidFill>
            <a:srgbClr val="FFFFFF"/>
          </a:solidFill>
          <a:ln w="9525">
            <a:solidFill>
              <a:srgbClr val="E5E7EB"/>
            </a:solidFill>
          </a:ln>
        </p:spPr>
        <p:txBody>
          <a:bodyPr wrap="square" rtlCol="0" anchor="ctr"/>
          <a:lstStyle/>
          <a:p>
            <a:pPr marL="0" indent="0">
              <a:buNone/>
            </a:pPr>
            <a:endParaRPr lang="en-US" dirty="0"/>
          </a:p>
        </p:txBody>
      </p:sp>
      <p:pic>
        <p:nvPicPr>
          <p:cNvPr id="20" name="Image 2" descr="image.png"/>
          <p:cNvPicPr>
            <a:picLocks noChangeAspect="1"/>
          </p:cNvPicPr>
          <p:nvPr/>
        </p:nvPicPr>
        <p:blipFill>
          <a:blip r:embed="rId5"/>
          <a:srcRect/>
          <a:stretch/>
        </p:blipFill>
        <p:spPr>
          <a:xfrm>
            <a:off x="8448675" y="4030266"/>
            <a:ext cx="257175" cy="342900"/>
          </a:xfrm>
          <a:prstGeom prst="rect">
            <a:avLst/>
          </a:prstGeom>
        </p:spPr>
      </p:pic>
      <p:sp>
        <p:nvSpPr>
          <p:cNvPr id="21" name="Text 16"/>
          <p:cNvSpPr/>
          <p:nvPr/>
        </p:nvSpPr>
        <p:spPr>
          <a:xfrm>
            <a:off x="8448675" y="4591050"/>
            <a:ext cx="3236976" cy="1216152"/>
          </a:xfrm>
          <a:prstGeom prst="rect">
            <a:avLst/>
          </a:prstGeom>
          <a:noFill/>
          <a:ln/>
        </p:spPr>
        <p:txBody>
          <a:bodyPr vert="horz" wrap="square" lIns="0" tIns="0" rIns="0" bIns="0" rtlCol="0" anchor="t"/>
          <a:lstStyle/>
          <a:p>
            <a:pPr marL="0" indent="0" algn="just">
              <a:lnSpc>
                <a:spcPts val="1584"/>
              </a:lnSpc>
              <a:buNone/>
            </a:pPr>
            <a:r>
              <a:rPr lang="en-US" sz="975" dirty="0">
                <a:solidFill>
                  <a:srgbClr val="4B5563"/>
                </a:solidFill>
                <a:latin typeface="Nunito ExtraLight" pitchFamily="34" charset="0"/>
                <a:ea typeface="Nunito ExtraLight" pitchFamily="34" charset="-122"/>
                <a:cs typeface="Nunito ExtraLight" pitchFamily="34" charset="-120"/>
              </a:rPr>
              <a:t>Penegakan Non-Disclosure Agreement (NDA) sangat krusial untuk memitigasi risiko pembocoran data oleh pihak internal maupun eksternal perusahaan digital. Mekanisme hukum yang tegas menjamin keberlangsungan inovasi dan kerahasiaan aset bisnis yang paling berharga di era kompetisi global.</a:t>
            </a:r>
            <a:endParaRPr lang="en-US" sz="975" dirty="0"/>
          </a:p>
        </p:txBody>
      </p:sp>
      <p:sp>
        <p:nvSpPr>
          <p:cNvPr id="22" name="Text 17"/>
          <p:cNvSpPr/>
          <p:nvPr/>
        </p:nvSpPr>
        <p:spPr>
          <a:xfrm>
            <a:off x="8448675" y="6042422"/>
            <a:ext cx="2990850" cy="9525"/>
          </a:xfrm>
          <a:prstGeom prst="rect">
            <a:avLst/>
          </a:prstGeom>
          <a:solidFill>
            <a:srgbClr val="F3F4F6"/>
          </a:solidFill>
          <a:ln/>
        </p:spPr>
        <p:txBody>
          <a:bodyPr wrap="square" rtlCol="0" anchor="ctr"/>
          <a:lstStyle/>
          <a:p>
            <a:pPr marL="0" indent="0">
              <a:buNone/>
            </a:pPr>
            <a:endParaRPr lang="en-US" dirty="0"/>
          </a:p>
        </p:txBody>
      </p:sp>
      <p:pic>
        <p:nvPicPr>
          <p:cNvPr id="23" name="Image 3" descr="image.png"/>
          <p:cNvPicPr>
            <a:picLocks noChangeAspect="1"/>
          </p:cNvPicPr>
          <p:nvPr/>
        </p:nvPicPr>
        <p:blipFill>
          <a:blip r:embed="rId6"/>
          <a:srcRect/>
          <a:stretch/>
        </p:blipFill>
        <p:spPr>
          <a:xfrm>
            <a:off x="11515725" y="5951934"/>
            <a:ext cx="133350" cy="190500"/>
          </a:xfrm>
          <a:prstGeom prst="rect">
            <a:avLst/>
          </a:prstGeom>
        </p:spPr>
      </p:pic>
      <p:sp>
        <p:nvSpPr>
          <p:cNvPr id="24" name="Text 18"/>
          <p:cNvSpPr/>
          <p:nvPr/>
        </p:nvSpPr>
        <p:spPr>
          <a:xfrm>
            <a:off x="4391099" y="542925"/>
            <a:ext cx="1463040" cy="512064"/>
          </a:xfrm>
          <a:prstGeom prst="rect">
            <a:avLst/>
          </a:prstGeom>
          <a:noFill/>
          <a:ln/>
        </p:spPr>
        <p:txBody>
          <a:bodyPr vert="horz" wrap="none" lIns="0" tIns="0" rIns="0" bIns="0" rtlCol="0" anchor="t">
            <a:normAutofit/>
          </a:bodyPr>
          <a:lstStyle/>
          <a:p>
            <a:pPr marL="0" indent="0" algn="l">
              <a:lnSpc>
                <a:spcPts val="3600"/>
              </a:lnSpc>
              <a:buNone/>
            </a:pPr>
            <a:r>
              <a:rPr lang="en-US" sz="3600" kern="0" spc="-180" dirty="0">
                <a:solidFill>
                  <a:srgbClr val="3C3A32"/>
                </a:solidFill>
                <a:latin typeface="Pacifico" pitchFamily="34" charset="0"/>
                <a:ea typeface="Pacifico" pitchFamily="34" charset="-122"/>
                <a:cs typeface="Pacifico" pitchFamily="34" charset="-120"/>
              </a:rPr>
              <a:t>UU 30</a:t>
            </a:r>
            <a:endParaRPr lang="en-US" sz="3600" dirty="0"/>
          </a:p>
        </p:txBody>
      </p:sp>
      <p:sp>
        <p:nvSpPr>
          <p:cNvPr id="25" name="Text 19"/>
          <p:cNvSpPr/>
          <p:nvPr/>
        </p:nvSpPr>
        <p:spPr>
          <a:xfrm>
            <a:off x="4391099" y="1038225"/>
            <a:ext cx="1389888" cy="301752"/>
          </a:xfrm>
          <a:prstGeom prst="rect">
            <a:avLst/>
          </a:prstGeom>
          <a:noFill/>
          <a:ln/>
        </p:spPr>
        <p:txBody>
          <a:bodyPr vert="horz" wrap="none" lIns="0" tIns="0" rIns="0" bIns="0" rtlCol="0" anchor="t">
            <a:normAutofit/>
          </a:bodyPr>
          <a:lstStyle/>
          <a:p>
            <a:pPr marL="0" indent="0" algn="l">
              <a:lnSpc>
                <a:spcPts val="2100"/>
              </a:lnSpc>
              <a:buNone/>
            </a:pPr>
            <a:r>
              <a:rPr lang="en-US" sz="1350" i="1" dirty="0">
                <a:solidFill>
                  <a:srgbClr val="3C3A32"/>
                </a:solidFill>
                <a:latin typeface="Nunito ExtraLight" pitchFamily="34" charset="0"/>
                <a:ea typeface="Nunito ExtraLight" pitchFamily="34" charset="-122"/>
                <a:cs typeface="Nunito ExtraLight" pitchFamily="34" charset="-120"/>
              </a:rPr>
              <a:t>Tahun 2000</a:t>
            </a:r>
            <a:endParaRPr lang="en-US" sz="1350" dirty="0"/>
          </a:p>
        </p:txBody>
      </p:sp>
      <p:pic>
        <p:nvPicPr>
          <p:cNvPr id="26" name="Image 4" descr="image.png"/>
          <p:cNvPicPr>
            <a:picLocks noChangeAspect="1"/>
          </p:cNvPicPr>
          <p:nvPr/>
        </p:nvPicPr>
        <p:blipFill>
          <a:blip r:embed="rId7"/>
          <a:srcRect/>
          <a:stretch/>
        </p:blipFill>
        <p:spPr>
          <a:xfrm>
            <a:off x="4429125" y="2124075"/>
            <a:ext cx="838200" cy="838200"/>
          </a:xfrm>
          <a:prstGeom prst="ellipse">
            <a:avLst/>
          </a:prstGeom>
        </p:spPr>
      </p:pic>
      <p:sp>
        <p:nvSpPr>
          <p:cNvPr id="27" name="Text 20"/>
          <p:cNvSpPr/>
          <p:nvPr/>
        </p:nvSpPr>
        <p:spPr>
          <a:xfrm>
            <a:off x="5457825" y="2440781"/>
            <a:ext cx="2167128" cy="566928"/>
          </a:xfrm>
          <a:prstGeom prst="rect">
            <a:avLst/>
          </a:prstGeom>
          <a:noFill/>
          <a:ln/>
        </p:spPr>
        <p:txBody>
          <a:bodyPr vert="horz" wrap="square" lIns="0" tIns="0" rIns="0" bIns="0" rtlCol="0" anchor="t"/>
          <a:lstStyle/>
          <a:p>
            <a:pPr marL="0" indent="0" algn="l">
              <a:lnSpc>
                <a:spcPts val="1463"/>
              </a:lnSpc>
              <a:buNone/>
            </a:pPr>
            <a:r>
              <a:rPr lang="en-US" sz="900" dirty="0">
                <a:solidFill>
                  <a:srgbClr val="3C3A32"/>
                </a:solidFill>
                <a:latin typeface="Nunito ExtraLight" pitchFamily="34" charset="0"/>
                <a:ea typeface="Nunito ExtraLight" pitchFamily="34" charset="-122"/>
                <a:cs typeface="Nunito ExtraLight" pitchFamily="34" charset="-120"/>
              </a:rPr>
              <a:t>Pelanggar dikenakan klausul ganti rugi materiil serta konsekuensi pidana penjara atau denda sesuai regulasi.</a:t>
            </a:r>
            <a:endParaRPr lang="en-US" sz="900" dirty="0"/>
          </a:p>
        </p:txBody>
      </p:sp>
      <p:pic>
        <p:nvPicPr>
          <p:cNvPr id="28" name="Image 5" descr="image.png"/>
          <p:cNvPicPr>
            <a:picLocks noChangeAspect="1"/>
          </p:cNvPicPr>
          <p:nvPr/>
        </p:nvPicPr>
        <p:blipFill>
          <a:blip r:embed="rId8"/>
          <a:srcRect/>
          <a:stretch/>
        </p:blipFill>
        <p:spPr>
          <a:xfrm>
            <a:off x="4381500" y="4476750"/>
            <a:ext cx="1219200" cy="1219200"/>
          </a:xfrm>
          <a:prstGeom prst="rect">
            <a:avLst/>
          </a:prstGeom>
        </p:spPr>
      </p:pic>
      <p:sp>
        <p:nvSpPr>
          <p:cNvPr id="29" name="Text 21"/>
          <p:cNvSpPr/>
          <p:nvPr/>
        </p:nvSpPr>
        <p:spPr>
          <a:xfrm>
            <a:off x="5829300" y="4705350"/>
            <a:ext cx="1655064" cy="420624"/>
          </a:xfrm>
          <a:prstGeom prst="rect">
            <a:avLst/>
          </a:prstGeom>
          <a:noFill/>
          <a:ln/>
        </p:spPr>
        <p:txBody>
          <a:bodyPr vert="horz" wrap="none" lIns="0" tIns="0" rIns="0" bIns="0" rtlCol="0" anchor="t">
            <a:normAutofit/>
          </a:bodyPr>
          <a:lstStyle/>
          <a:p>
            <a:pPr marL="0" indent="0" algn="l">
              <a:lnSpc>
                <a:spcPts val="3000"/>
              </a:lnSpc>
              <a:buNone/>
            </a:pPr>
            <a:r>
              <a:rPr lang="en-US" sz="3000" kern="0" spc="-80" dirty="0">
                <a:solidFill>
                  <a:srgbClr val="3C3A32"/>
                </a:solidFill>
                <a:latin typeface="Pacifico" pitchFamily="34" charset="0"/>
                <a:ea typeface="Pacifico" pitchFamily="34" charset="-122"/>
                <a:cs typeface="Pacifico" pitchFamily="34" charset="-120"/>
              </a:rPr>
              <a:t>NDA</a:t>
            </a:r>
            <a:endParaRPr lang="en-US" sz="3000" dirty="0"/>
          </a:p>
        </p:txBody>
      </p:sp>
      <p:sp>
        <p:nvSpPr>
          <p:cNvPr id="30" name="Text 22"/>
          <p:cNvSpPr/>
          <p:nvPr/>
        </p:nvSpPr>
        <p:spPr>
          <a:xfrm>
            <a:off x="5829300" y="5086350"/>
            <a:ext cx="1600200" cy="301752"/>
          </a:xfrm>
          <a:prstGeom prst="rect">
            <a:avLst/>
          </a:prstGeom>
          <a:noFill/>
          <a:ln/>
        </p:spPr>
        <p:txBody>
          <a:bodyPr vert="horz" wrap="none" lIns="0" tIns="0" rIns="0" bIns="0" rtlCol="0" anchor="t">
            <a:normAutofit/>
          </a:bodyPr>
          <a:lstStyle/>
          <a:p>
            <a:pPr marL="0" indent="0" algn="l">
              <a:lnSpc>
                <a:spcPts val="2100"/>
              </a:lnSpc>
              <a:buNone/>
            </a:pPr>
            <a:r>
              <a:rPr lang="en-US" sz="1350" i="1" dirty="0">
                <a:solidFill>
                  <a:srgbClr val="3C3A32"/>
                </a:solidFill>
                <a:latin typeface="Nunito ExtraLight" pitchFamily="34" charset="0"/>
                <a:ea typeface="Nunito ExtraLight" pitchFamily="34" charset="-122"/>
                <a:cs typeface="Nunito ExtraLight" pitchFamily="34" charset="-120"/>
              </a:rPr>
              <a:t>Mitigasi Risiko Data</a:t>
            </a:r>
            <a:endParaRPr lang="en-US" sz="1350" dirty="0"/>
          </a:p>
        </p:txBody>
      </p:sp>
      <p:sp>
        <p:nvSpPr>
          <p:cNvPr id="31" name="Text 23"/>
          <p:cNvSpPr/>
          <p:nvPr/>
        </p:nvSpPr>
        <p:spPr>
          <a:xfrm>
            <a:off x="5829300" y="5429250"/>
            <a:ext cx="457200" cy="38100"/>
          </a:xfrm>
          <a:prstGeom prst="roundRect">
            <a:avLst>
              <a:gd name="adj" fmla="val 100000"/>
            </a:avLst>
          </a:prstGeom>
          <a:solidFill>
            <a:srgbClr val="3C3A32">
              <a:alpha val="20000"/>
            </a:srgbClr>
          </a:solidFill>
          <a:ln/>
        </p:spPr>
        <p:txBody>
          <a:bodyPr wrap="square" rtlCol="0" anchor="ctr"/>
          <a:lstStyle/>
          <a:p>
            <a:pPr marL="0" indent="0">
              <a:buNone/>
            </a:pP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7034213"/>
          </a:xfrm>
          <a:prstGeom prst="rect">
            <a:avLst/>
          </a:prstGeom>
          <a:solidFill>
            <a:srgbClr val="FFFFFF"/>
          </a:solidFill>
          <a:ln/>
        </p:spPr>
        <p:txBody>
          <a:bodyPr wrap="square" rtlCol="0" anchor="ctr"/>
          <a:lstStyle/>
          <a:p>
            <a:pPr marL="0" indent="0">
              <a:buNone/>
            </a:pPr>
            <a:endParaRPr lang="en-US" dirty="0"/>
          </a:p>
        </p:txBody>
      </p:sp>
      <p:sp>
        <p:nvSpPr>
          <p:cNvPr id="3" name="Text 1"/>
          <p:cNvSpPr/>
          <p:nvPr/>
        </p:nvSpPr>
        <p:spPr>
          <a:xfrm>
            <a:off x="611535" y="457200"/>
            <a:ext cx="2212848" cy="301752"/>
          </a:xfrm>
          <a:prstGeom prst="rect">
            <a:avLst/>
          </a:prstGeom>
          <a:noFill/>
          <a:ln/>
        </p:spPr>
        <p:txBody>
          <a:bodyPr vert="horz" wrap="none" lIns="0" tIns="0" rIns="0" bIns="0" rtlCol="0" anchor="t">
            <a:normAutofit/>
          </a:bodyPr>
          <a:lstStyle/>
          <a:p>
            <a:pPr marL="0" indent="0" algn="l">
              <a:lnSpc>
                <a:spcPts val="2100"/>
              </a:lnSpc>
              <a:buNone/>
            </a:pPr>
            <a:r>
              <a:rPr lang="en-US" sz="1500" b="1" kern="0" spc="180" dirty="0">
                <a:solidFill>
                  <a:srgbClr val="3C3A32"/>
                </a:solidFill>
                <a:latin typeface="Nunito ExtraLight" pitchFamily="34" charset="0"/>
                <a:ea typeface="Nunito ExtraLight" pitchFamily="34" charset="-122"/>
                <a:cs typeface="Nunito ExtraLight" pitchFamily="34" charset="-120"/>
              </a:rPr>
              <a:t>STRATEGI DIGITAL</a:t>
            </a:r>
            <a:endParaRPr lang="en-US" sz="1500" dirty="0"/>
          </a:p>
        </p:txBody>
      </p:sp>
      <p:sp>
        <p:nvSpPr>
          <p:cNvPr id="4" name="Text 2"/>
          <p:cNvSpPr/>
          <p:nvPr/>
        </p:nvSpPr>
        <p:spPr>
          <a:xfrm>
            <a:off x="2842320" y="514350"/>
            <a:ext cx="9525" cy="152400"/>
          </a:xfrm>
          <a:prstGeom prst="rect">
            <a:avLst/>
          </a:prstGeom>
          <a:solidFill>
            <a:srgbClr val="3C3A32">
              <a:alpha val="30000"/>
            </a:srgbClr>
          </a:solidFill>
          <a:ln/>
        </p:spPr>
        <p:txBody>
          <a:bodyPr wrap="square" rtlCol="0" anchor="ctr"/>
          <a:lstStyle/>
          <a:p>
            <a:pPr marL="0" indent="0">
              <a:buNone/>
            </a:pPr>
            <a:endParaRPr lang="en-US" dirty="0"/>
          </a:p>
        </p:txBody>
      </p:sp>
      <p:sp>
        <p:nvSpPr>
          <p:cNvPr id="5" name="Text 3"/>
          <p:cNvSpPr/>
          <p:nvPr/>
        </p:nvSpPr>
        <p:spPr>
          <a:xfrm>
            <a:off x="2967112" y="457200"/>
            <a:ext cx="2459736" cy="301752"/>
          </a:xfrm>
          <a:prstGeom prst="rect">
            <a:avLst/>
          </a:prstGeom>
          <a:noFill/>
          <a:ln/>
        </p:spPr>
        <p:txBody>
          <a:bodyPr vert="horz" wrap="none" lIns="0" tIns="0" rIns="0" bIns="0" rtlCol="0" anchor="t">
            <a:normAutofit/>
          </a:bodyPr>
          <a:lstStyle/>
          <a:p>
            <a:pPr marL="0" indent="0" algn="l">
              <a:lnSpc>
                <a:spcPts val="2100"/>
              </a:lnSpc>
              <a:buNone/>
            </a:pPr>
            <a:r>
              <a:rPr lang="en-US" sz="1350" kern="0" spc="130" dirty="0">
                <a:solidFill>
                  <a:srgbClr val="3C3A32">
                    <a:alpha val="80000"/>
                  </a:srgbClr>
                </a:solidFill>
                <a:latin typeface="Nunito ExtraLight" pitchFamily="34" charset="0"/>
                <a:ea typeface="Nunito ExtraLight" pitchFamily="34" charset="-122"/>
                <a:cs typeface="Nunito ExtraLight" pitchFamily="34" charset="-120"/>
              </a:rPr>
              <a:t>RAHASIA DAGANG 2024</a:t>
            </a:r>
            <a:endParaRPr lang="en-US" sz="1350" dirty="0"/>
          </a:p>
        </p:txBody>
      </p:sp>
      <p:sp>
        <p:nvSpPr>
          <p:cNvPr id="6" name="Text 4"/>
          <p:cNvSpPr/>
          <p:nvPr/>
        </p:nvSpPr>
        <p:spPr>
          <a:xfrm>
            <a:off x="609600" y="1028700"/>
            <a:ext cx="4286250" cy="1200150"/>
          </a:xfrm>
          <a:prstGeom prst="rect">
            <a:avLst/>
          </a:prstGeom>
          <a:solidFill>
            <a:srgbClr val="3C3A32"/>
          </a:solidFill>
          <a:ln/>
        </p:spPr>
        <p:txBody>
          <a:bodyPr wrap="square" rtlCol="0" anchor="ctr"/>
          <a:lstStyle/>
          <a:p>
            <a:pPr marL="0" indent="0">
              <a:buNone/>
            </a:pPr>
            <a:endParaRPr lang="en-US" dirty="0"/>
          </a:p>
        </p:txBody>
      </p:sp>
      <p:sp>
        <p:nvSpPr>
          <p:cNvPr id="7" name="Shape 5"/>
          <p:cNvSpPr/>
          <p:nvPr/>
        </p:nvSpPr>
        <p:spPr>
          <a:xfrm>
            <a:off x="609600" y="1028700"/>
            <a:ext cx="0" cy="1200150"/>
          </a:xfrm>
          <a:prstGeom prst="line">
            <a:avLst/>
          </a:prstGeom>
          <a:noFill/>
          <a:ln w="38100">
            <a:solidFill>
              <a:srgbClr val="E5E7EB"/>
            </a:solidFill>
            <a:prstDash val="solid"/>
          </a:ln>
        </p:spPr>
      </p:sp>
      <p:sp>
        <p:nvSpPr>
          <p:cNvPr id="8" name="Text 6"/>
          <p:cNvSpPr/>
          <p:nvPr/>
        </p:nvSpPr>
        <p:spPr>
          <a:xfrm>
            <a:off x="876300" y="1257300"/>
            <a:ext cx="3822192" cy="749808"/>
          </a:xfrm>
          <a:prstGeom prst="rect">
            <a:avLst/>
          </a:prstGeom>
          <a:noFill/>
          <a:ln/>
        </p:spPr>
        <p:txBody>
          <a:bodyPr vert="horz" wrap="square" lIns="0" tIns="0" rIns="0" bIns="0" rtlCol="0" anchor="t"/>
          <a:lstStyle/>
          <a:p>
            <a:pPr marL="0" indent="0" algn="l">
              <a:lnSpc>
                <a:spcPts val="1463"/>
              </a:lnSpc>
              <a:buNone/>
            </a:pPr>
            <a:r>
              <a:rPr lang="en-US" sz="900" b="1" kern="0" spc="130" dirty="0">
                <a:solidFill>
                  <a:srgbClr val="FFFFFF"/>
                </a:solidFill>
                <a:latin typeface="Nunito ExtraLight" pitchFamily="34" charset="0"/>
                <a:ea typeface="Nunito ExtraLight" pitchFamily="34" charset="-122"/>
                <a:cs typeface="Nunito ExtraLight" pitchFamily="34" charset="-120"/>
              </a:rPr>
              <a:t>MENJAGA INTEGRITAS BISNIS MELALUI PENGAWASAN KETAT</a:t>
            </a:r>
            <a:endParaRPr lang="en-US" sz="900" dirty="0"/>
          </a:p>
          <a:p>
            <a:pPr marL="0" indent="0" algn="l">
              <a:lnSpc>
                <a:spcPts val="1463"/>
              </a:lnSpc>
              <a:buNone/>
            </a:pPr>
            <a:r>
              <a:rPr lang="en-US" sz="900" b="1" kern="0" spc="130" dirty="0">
                <a:solidFill>
                  <a:srgbClr val="FFFFFF"/>
                </a:solidFill>
                <a:latin typeface="Nunito ExtraLight" pitchFamily="34" charset="0"/>
                <a:ea typeface="Nunito ExtraLight" pitchFamily="34" charset="-122"/>
                <a:cs typeface="Nunito ExtraLight" pitchFamily="34" charset="-120"/>
              </a:rPr>
              <a:t>TERHADAP AKSES INFORMASI INTERNAL YANG BERSIFAT RAHASIA.</a:t>
            </a:r>
            <a:endParaRPr lang="en-US" sz="900" dirty="0"/>
          </a:p>
        </p:txBody>
      </p:sp>
      <p:sp>
        <p:nvSpPr>
          <p:cNvPr id="9" name="Text 7"/>
          <p:cNvSpPr/>
          <p:nvPr/>
        </p:nvSpPr>
        <p:spPr>
          <a:xfrm>
            <a:off x="5276924" y="1238250"/>
            <a:ext cx="2907792" cy="1143000"/>
          </a:xfrm>
          <a:prstGeom prst="rect">
            <a:avLst/>
          </a:prstGeom>
          <a:noFill/>
          <a:ln/>
        </p:spPr>
        <p:txBody>
          <a:bodyPr vert="horz" wrap="square" lIns="0" tIns="0" rIns="0" bIns="0" rtlCol="0" anchor="t"/>
          <a:lstStyle/>
          <a:p>
            <a:pPr marL="0" indent="0" algn="l">
              <a:lnSpc>
                <a:spcPts val="4500"/>
              </a:lnSpc>
              <a:buNone/>
            </a:pPr>
            <a:r>
              <a:rPr lang="en-US" sz="4500" b="1" kern="0" spc="-90" dirty="0">
                <a:solidFill>
                  <a:srgbClr val="3C3A32"/>
                </a:solidFill>
                <a:latin typeface="Pacifico" pitchFamily="34" charset="0"/>
                <a:ea typeface="Pacifico" pitchFamily="34" charset="-122"/>
                <a:cs typeface="Pacifico" pitchFamily="34" charset="-120"/>
              </a:rPr>
              <a:t>Pembajakan</a:t>
            </a:r>
            <a:endParaRPr lang="en-US" sz="4500" dirty="0"/>
          </a:p>
          <a:p>
            <a:pPr marL="0" indent="0" algn="l">
              <a:lnSpc>
                <a:spcPts val="4500"/>
              </a:lnSpc>
              <a:buNone/>
            </a:pPr>
            <a:r>
              <a:rPr lang="en-US" sz="4500" b="1" kern="0" spc="-90" dirty="0">
                <a:solidFill>
                  <a:srgbClr val="3C3A32"/>
                </a:solidFill>
                <a:latin typeface="Pacifico" pitchFamily="34" charset="0"/>
                <a:ea typeface="Pacifico" pitchFamily="34" charset="-122"/>
                <a:cs typeface="Pacifico" pitchFamily="34" charset="-120"/>
              </a:rPr>
              <a:t>Internal.</a:t>
            </a:r>
            <a:endParaRPr lang="en-US" sz="4500" dirty="0"/>
          </a:p>
        </p:txBody>
      </p:sp>
      <p:sp>
        <p:nvSpPr>
          <p:cNvPr id="10" name="Text 8"/>
          <p:cNvSpPr/>
          <p:nvPr/>
        </p:nvSpPr>
        <p:spPr>
          <a:xfrm>
            <a:off x="607963" y="2914650"/>
            <a:ext cx="3557016" cy="182880"/>
          </a:xfrm>
          <a:prstGeom prst="rect">
            <a:avLst/>
          </a:prstGeom>
          <a:noFill/>
          <a:ln/>
        </p:spPr>
        <p:txBody>
          <a:bodyPr vert="horz" wrap="none" lIns="0" tIns="0" rIns="0" bIns="0" rtlCol="0" anchor="t">
            <a:normAutofit/>
          </a:bodyPr>
          <a:lstStyle/>
          <a:p>
            <a:pPr marL="0" indent="0" algn="l">
              <a:lnSpc>
                <a:spcPts val="1200"/>
              </a:lnSpc>
              <a:buNone/>
            </a:pPr>
            <a:r>
              <a:rPr lang="en-US" sz="900" b="1" kern="0" spc="270" dirty="0">
                <a:solidFill>
                  <a:srgbClr val="000000"/>
                </a:solidFill>
                <a:latin typeface="Pacifico" pitchFamily="34" charset="0"/>
                <a:ea typeface="Pacifico" pitchFamily="34" charset="-122"/>
                <a:cs typeface="Pacifico" pitchFamily="34" charset="-120"/>
              </a:rPr>
              <a:t>DASAR HUKUM</a:t>
            </a:r>
            <a:endParaRPr lang="en-US" sz="900" dirty="0"/>
          </a:p>
        </p:txBody>
      </p:sp>
      <p:sp>
        <p:nvSpPr>
          <p:cNvPr id="11" name="Text 9"/>
          <p:cNvSpPr/>
          <p:nvPr/>
        </p:nvSpPr>
        <p:spPr>
          <a:xfrm>
            <a:off x="607963" y="3217069"/>
            <a:ext cx="3511296" cy="795528"/>
          </a:xfrm>
          <a:prstGeom prst="rect">
            <a:avLst/>
          </a:prstGeom>
          <a:noFill/>
          <a:ln/>
        </p:spPr>
        <p:txBody>
          <a:bodyPr vert="horz" wrap="square" lIns="0" tIns="0" rIns="0" bIns="0" rtlCol="0" anchor="t"/>
          <a:lstStyle/>
          <a:p>
            <a:pPr marL="0" indent="0" algn="l">
              <a:lnSpc>
                <a:spcPts val="2063"/>
              </a:lnSpc>
              <a:buNone/>
            </a:pPr>
            <a:r>
              <a:rPr lang="en-US" sz="1500" b="1" i="1" dirty="0">
                <a:solidFill>
                  <a:srgbClr val="3C3A32"/>
                </a:solidFill>
                <a:latin typeface="Nunito ExtraLight" pitchFamily="34" charset="0"/>
                <a:ea typeface="Nunito ExtraLight" pitchFamily="34" charset="-122"/>
                <a:cs typeface="Nunito ExtraLight" pitchFamily="34" charset="-120"/>
              </a:rPr>
              <a:t>"Pelanggaran rahasia dagang oleh pihak dengan akses sah yang menyalahgunakan informasi sensitif."</a:t>
            </a:r>
            <a:endParaRPr lang="en-US" sz="1500" dirty="0"/>
          </a:p>
        </p:txBody>
      </p:sp>
      <p:sp>
        <p:nvSpPr>
          <p:cNvPr id="12" name="Text 10"/>
          <p:cNvSpPr/>
          <p:nvPr/>
        </p:nvSpPr>
        <p:spPr>
          <a:xfrm>
            <a:off x="609600" y="4310063"/>
            <a:ext cx="3454301" cy="9525"/>
          </a:xfrm>
          <a:prstGeom prst="rect">
            <a:avLst/>
          </a:prstGeom>
          <a:solidFill>
            <a:srgbClr val="E5E7EB"/>
          </a:solidFill>
          <a:ln/>
        </p:spPr>
        <p:txBody>
          <a:bodyPr wrap="square" rtlCol="0" anchor="ctr"/>
          <a:lstStyle/>
          <a:p>
            <a:pPr marL="0" indent="0">
              <a:buNone/>
            </a:pPr>
            <a:endParaRPr lang="en-US" dirty="0"/>
          </a:p>
        </p:txBody>
      </p:sp>
      <p:sp>
        <p:nvSpPr>
          <p:cNvPr id="13" name="Text 11"/>
          <p:cNvSpPr/>
          <p:nvPr/>
        </p:nvSpPr>
        <p:spPr>
          <a:xfrm>
            <a:off x="607963" y="4624388"/>
            <a:ext cx="3493008" cy="868680"/>
          </a:xfrm>
          <a:prstGeom prst="rect">
            <a:avLst/>
          </a:prstGeom>
          <a:noFill/>
          <a:ln/>
        </p:spPr>
        <p:txBody>
          <a:bodyPr vert="horz" wrap="square" lIns="0" tIns="0" rIns="0" bIns="0" rtlCol="0" anchor="t"/>
          <a:lstStyle/>
          <a:p>
            <a:pPr marL="0" indent="0" algn="just">
              <a:lnSpc>
                <a:spcPts val="1706"/>
              </a:lnSpc>
              <a:buNone/>
            </a:pPr>
            <a:r>
              <a:rPr lang="en-US" sz="1050" dirty="0">
                <a:solidFill>
                  <a:srgbClr val="6B7280"/>
                </a:solidFill>
                <a:latin typeface="Nunito ExtraLight" pitchFamily="34" charset="0"/>
                <a:ea typeface="Nunito ExtraLight" pitchFamily="34" charset="-122"/>
                <a:cs typeface="Nunito ExtraLight" pitchFamily="34" charset="-120"/>
              </a:rPr>
              <a:t>Berdasarkan UU No. 30 Tahun 2000, ancaman internal melibatkan penyalahgunaan kepercayaan oleh oknum yang secara sadar membocorkan rahasia demi keuntungan tertentu.</a:t>
            </a:r>
            <a:endParaRPr lang="en-US" sz="1050" dirty="0"/>
          </a:p>
        </p:txBody>
      </p:sp>
      <p:sp>
        <p:nvSpPr>
          <p:cNvPr id="14" name="Text 12"/>
          <p:cNvSpPr/>
          <p:nvPr/>
        </p:nvSpPr>
        <p:spPr>
          <a:xfrm>
            <a:off x="4368701" y="2838450"/>
            <a:ext cx="3492550" cy="1678781"/>
          </a:xfrm>
          <a:prstGeom prst="rect">
            <a:avLst/>
          </a:prstGeom>
          <a:solidFill>
            <a:srgbClr val="F8F9F5"/>
          </a:solidFill>
          <a:ln/>
        </p:spPr>
        <p:txBody>
          <a:bodyPr wrap="square" rtlCol="0" anchor="ctr"/>
          <a:lstStyle/>
          <a:p>
            <a:pPr marL="0" indent="0">
              <a:buNone/>
            </a:pPr>
            <a:endParaRPr lang="en-US" dirty="0"/>
          </a:p>
        </p:txBody>
      </p:sp>
      <p:sp>
        <p:nvSpPr>
          <p:cNvPr id="15" name="Shape 13"/>
          <p:cNvSpPr/>
          <p:nvPr/>
        </p:nvSpPr>
        <p:spPr>
          <a:xfrm>
            <a:off x="4368701" y="2838450"/>
            <a:ext cx="0" cy="1678781"/>
          </a:xfrm>
          <a:prstGeom prst="line">
            <a:avLst/>
          </a:prstGeom>
          <a:noFill/>
          <a:ln w="47625">
            <a:solidFill>
              <a:srgbClr val="CDEE9E"/>
            </a:solidFill>
            <a:prstDash val="solid"/>
          </a:ln>
        </p:spPr>
      </p:sp>
      <p:pic>
        <p:nvPicPr>
          <p:cNvPr id="16" name="Image 0" descr="image.png"/>
          <p:cNvPicPr>
            <a:picLocks noChangeAspect="1"/>
          </p:cNvPicPr>
          <p:nvPr/>
        </p:nvPicPr>
        <p:blipFill>
          <a:blip r:embed="rId3"/>
          <a:srcRect/>
          <a:stretch/>
        </p:blipFill>
        <p:spPr>
          <a:xfrm>
            <a:off x="4721126" y="3143250"/>
            <a:ext cx="238125" cy="266700"/>
          </a:xfrm>
          <a:prstGeom prst="rect">
            <a:avLst/>
          </a:prstGeom>
        </p:spPr>
      </p:pic>
      <p:sp>
        <p:nvSpPr>
          <p:cNvPr id="17" name="Text 14"/>
          <p:cNvSpPr/>
          <p:nvPr/>
        </p:nvSpPr>
        <p:spPr>
          <a:xfrm>
            <a:off x="5111651" y="3143250"/>
            <a:ext cx="1783080" cy="301752"/>
          </a:xfrm>
          <a:prstGeom prst="rect">
            <a:avLst/>
          </a:prstGeom>
          <a:noFill/>
          <a:ln/>
        </p:spPr>
        <p:txBody>
          <a:bodyPr vert="horz" wrap="none" lIns="0" tIns="0" rIns="0" bIns="0" rtlCol="0" anchor="t">
            <a:normAutofit/>
          </a:bodyPr>
          <a:lstStyle/>
          <a:p>
            <a:pPr marL="0" indent="0" algn="l">
              <a:lnSpc>
                <a:spcPts val="2100"/>
              </a:lnSpc>
              <a:buNone/>
            </a:pPr>
            <a:r>
              <a:rPr lang="en-US" sz="1350" b="1" i="1" dirty="0">
                <a:solidFill>
                  <a:srgbClr val="3C3A32"/>
                </a:solidFill>
                <a:latin typeface="Pacifico" pitchFamily="34" charset="0"/>
                <a:ea typeface="Pacifico" pitchFamily="34" charset="-122"/>
                <a:cs typeface="Pacifico" pitchFamily="34" charset="-120"/>
              </a:rPr>
              <a:t>Pencurian Data Sensitif</a:t>
            </a:r>
            <a:endParaRPr lang="en-US" sz="1350" dirty="0"/>
          </a:p>
        </p:txBody>
      </p:sp>
      <p:sp>
        <p:nvSpPr>
          <p:cNvPr id="18" name="Text 15"/>
          <p:cNvSpPr/>
          <p:nvPr/>
        </p:nvSpPr>
        <p:spPr>
          <a:xfrm>
            <a:off x="4719563" y="3563541"/>
            <a:ext cx="2880360" cy="649224"/>
          </a:xfrm>
          <a:prstGeom prst="rect">
            <a:avLst/>
          </a:prstGeom>
          <a:noFill/>
          <a:ln/>
        </p:spPr>
        <p:txBody>
          <a:bodyPr vert="horz" wrap="square" lIns="0" tIns="0" rIns="0" bIns="0" rtlCol="0" anchor="t"/>
          <a:lstStyle/>
          <a:p>
            <a:pPr marL="0" indent="0" algn="l">
              <a:lnSpc>
                <a:spcPts val="1706"/>
              </a:lnSpc>
              <a:buNone/>
            </a:pPr>
            <a:r>
              <a:rPr lang="en-US" sz="1050" dirty="0">
                <a:solidFill>
                  <a:srgbClr val="4B5563"/>
                </a:solidFill>
                <a:latin typeface="Nunito ExtraLight" pitchFamily="34" charset="0"/>
                <a:ea typeface="Nunito ExtraLight" pitchFamily="34" charset="-122"/>
                <a:cs typeface="Nunito ExtraLight" pitchFamily="34" charset="-120"/>
              </a:rPr>
              <a:t>Risiko utama melibatkan pengambilan data pelanggan atau dokumen rahasia oleh karyawan untuk kepentingan kompetitor.</a:t>
            </a:r>
            <a:endParaRPr lang="en-US" sz="1050" dirty="0"/>
          </a:p>
        </p:txBody>
      </p:sp>
      <p:sp>
        <p:nvSpPr>
          <p:cNvPr id="19" name="Text 16"/>
          <p:cNvSpPr/>
          <p:nvPr/>
        </p:nvSpPr>
        <p:spPr>
          <a:xfrm>
            <a:off x="8089850" y="2838450"/>
            <a:ext cx="3492550" cy="1678781"/>
          </a:xfrm>
          <a:prstGeom prst="rect">
            <a:avLst/>
          </a:prstGeom>
          <a:solidFill>
            <a:srgbClr val="F8F9F5"/>
          </a:solidFill>
          <a:ln/>
        </p:spPr>
        <p:txBody>
          <a:bodyPr wrap="square" rtlCol="0" anchor="ctr"/>
          <a:lstStyle/>
          <a:p>
            <a:pPr marL="0" indent="0">
              <a:buNone/>
            </a:pPr>
            <a:endParaRPr lang="en-US" dirty="0"/>
          </a:p>
        </p:txBody>
      </p:sp>
      <p:sp>
        <p:nvSpPr>
          <p:cNvPr id="20" name="Shape 17"/>
          <p:cNvSpPr/>
          <p:nvPr/>
        </p:nvSpPr>
        <p:spPr>
          <a:xfrm>
            <a:off x="8089850" y="2838450"/>
            <a:ext cx="0" cy="1678781"/>
          </a:xfrm>
          <a:prstGeom prst="line">
            <a:avLst/>
          </a:prstGeom>
          <a:noFill/>
          <a:ln w="47625">
            <a:solidFill>
              <a:srgbClr val="CDEE9E"/>
            </a:solidFill>
            <a:prstDash val="solid"/>
          </a:ln>
        </p:spPr>
      </p:sp>
      <p:pic>
        <p:nvPicPr>
          <p:cNvPr id="21" name="Image 1" descr="image.png"/>
          <p:cNvPicPr>
            <a:picLocks noChangeAspect="1"/>
          </p:cNvPicPr>
          <p:nvPr/>
        </p:nvPicPr>
        <p:blipFill>
          <a:blip r:embed="rId4"/>
          <a:srcRect/>
          <a:stretch/>
        </p:blipFill>
        <p:spPr>
          <a:xfrm>
            <a:off x="8442275" y="3143250"/>
            <a:ext cx="238125" cy="266700"/>
          </a:xfrm>
          <a:prstGeom prst="rect">
            <a:avLst/>
          </a:prstGeom>
        </p:spPr>
      </p:pic>
      <p:sp>
        <p:nvSpPr>
          <p:cNvPr id="22" name="Text 18"/>
          <p:cNvSpPr/>
          <p:nvPr/>
        </p:nvSpPr>
        <p:spPr>
          <a:xfrm>
            <a:off x="8832800" y="3143250"/>
            <a:ext cx="1627632" cy="301752"/>
          </a:xfrm>
          <a:prstGeom prst="rect">
            <a:avLst/>
          </a:prstGeom>
          <a:noFill/>
          <a:ln/>
        </p:spPr>
        <p:txBody>
          <a:bodyPr vert="horz" wrap="none" lIns="0" tIns="0" rIns="0" bIns="0" rtlCol="0" anchor="t">
            <a:normAutofit/>
          </a:bodyPr>
          <a:lstStyle/>
          <a:p>
            <a:pPr marL="0" indent="0" algn="l">
              <a:lnSpc>
                <a:spcPts val="2100"/>
              </a:lnSpc>
              <a:buNone/>
            </a:pPr>
            <a:r>
              <a:rPr lang="en-US" sz="1350" b="1" i="1" dirty="0">
                <a:solidFill>
                  <a:srgbClr val="3C3A32"/>
                </a:solidFill>
                <a:latin typeface="Pacifico" pitchFamily="34" charset="0"/>
                <a:ea typeface="Pacifico" pitchFamily="34" charset="-122"/>
                <a:cs typeface="Pacifico" pitchFamily="34" charset="-120"/>
              </a:rPr>
              <a:t>Kebocoran Algoritma</a:t>
            </a:r>
            <a:endParaRPr lang="en-US" sz="1350" dirty="0"/>
          </a:p>
        </p:txBody>
      </p:sp>
      <p:sp>
        <p:nvSpPr>
          <p:cNvPr id="23" name="Text 19"/>
          <p:cNvSpPr/>
          <p:nvPr/>
        </p:nvSpPr>
        <p:spPr>
          <a:xfrm>
            <a:off x="8440713" y="3563541"/>
            <a:ext cx="2880360" cy="649224"/>
          </a:xfrm>
          <a:prstGeom prst="rect">
            <a:avLst/>
          </a:prstGeom>
          <a:noFill/>
          <a:ln/>
        </p:spPr>
        <p:txBody>
          <a:bodyPr vert="horz" wrap="square" lIns="0" tIns="0" rIns="0" bIns="0" rtlCol="0" anchor="t"/>
          <a:lstStyle/>
          <a:p>
            <a:pPr marL="0" indent="0" algn="l">
              <a:lnSpc>
                <a:spcPts val="1706"/>
              </a:lnSpc>
              <a:buNone/>
            </a:pPr>
            <a:r>
              <a:rPr lang="en-US" sz="1050" dirty="0">
                <a:solidFill>
                  <a:srgbClr val="4B5563"/>
                </a:solidFill>
                <a:latin typeface="Nunito ExtraLight" pitchFamily="34" charset="0"/>
                <a:ea typeface="Nunito ExtraLight" pitchFamily="34" charset="-122"/>
                <a:cs typeface="Nunito ExtraLight" pitchFamily="34" charset="-120"/>
              </a:rPr>
              <a:t>Penyalahgunaan akses kode sumber atau algoritma teknis oleh pihak terafiliasi yang merugikan nilai kompetitif perusahaan.</a:t>
            </a:r>
            <a:endParaRPr lang="en-US" sz="1050" dirty="0"/>
          </a:p>
        </p:txBody>
      </p:sp>
      <p:sp>
        <p:nvSpPr>
          <p:cNvPr id="24" name="Text 20"/>
          <p:cNvSpPr/>
          <p:nvPr/>
        </p:nvSpPr>
        <p:spPr>
          <a:xfrm>
            <a:off x="4368701" y="4745831"/>
            <a:ext cx="3492550" cy="1678781"/>
          </a:xfrm>
          <a:prstGeom prst="rect">
            <a:avLst/>
          </a:prstGeom>
          <a:solidFill>
            <a:srgbClr val="F8F9F5"/>
          </a:solidFill>
          <a:ln/>
        </p:spPr>
        <p:txBody>
          <a:bodyPr wrap="square" rtlCol="0" anchor="ctr"/>
          <a:lstStyle/>
          <a:p>
            <a:pPr marL="0" indent="0">
              <a:buNone/>
            </a:pPr>
            <a:endParaRPr lang="en-US" dirty="0"/>
          </a:p>
        </p:txBody>
      </p:sp>
      <p:sp>
        <p:nvSpPr>
          <p:cNvPr id="25" name="Shape 21"/>
          <p:cNvSpPr/>
          <p:nvPr/>
        </p:nvSpPr>
        <p:spPr>
          <a:xfrm>
            <a:off x="4368701" y="4745831"/>
            <a:ext cx="0" cy="1678781"/>
          </a:xfrm>
          <a:prstGeom prst="line">
            <a:avLst/>
          </a:prstGeom>
          <a:noFill/>
          <a:ln w="47625">
            <a:solidFill>
              <a:srgbClr val="CDEE9E"/>
            </a:solidFill>
            <a:prstDash val="solid"/>
          </a:ln>
        </p:spPr>
      </p:sp>
      <p:pic>
        <p:nvPicPr>
          <p:cNvPr id="26" name="Image 2" descr="image.png"/>
          <p:cNvPicPr>
            <a:picLocks noChangeAspect="1"/>
          </p:cNvPicPr>
          <p:nvPr/>
        </p:nvPicPr>
        <p:blipFill>
          <a:blip r:embed="rId5"/>
          <a:srcRect/>
          <a:stretch/>
        </p:blipFill>
        <p:spPr>
          <a:xfrm>
            <a:off x="4721126" y="5050631"/>
            <a:ext cx="219075" cy="266700"/>
          </a:xfrm>
          <a:prstGeom prst="rect">
            <a:avLst/>
          </a:prstGeom>
        </p:spPr>
      </p:pic>
      <p:sp>
        <p:nvSpPr>
          <p:cNvPr id="27" name="Text 22"/>
          <p:cNvSpPr/>
          <p:nvPr/>
        </p:nvSpPr>
        <p:spPr>
          <a:xfrm>
            <a:off x="5092601" y="5050631"/>
            <a:ext cx="1435608" cy="301752"/>
          </a:xfrm>
          <a:prstGeom prst="rect">
            <a:avLst/>
          </a:prstGeom>
          <a:noFill/>
          <a:ln/>
        </p:spPr>
        <p:txBody>
          <a:bodyPr vert="horz" wrap="none" lIns="0" tIns="0" rIns="0" bIns="0" rtlCol="0" anchor="t">
            <a:normAutofit/>
          </a:bodyPr>
          <a:lstStyle/>
          <a:p>
            <a:pPr marL="0" indent="0" algn="l">
              <a:lnSpc>
                <a:spcPts val="2100"/>
              </a:lnSpc>
              <a:buNone/>
            </a:pPr>
            <a:r>
              <a:rPr lang="en-US" sz="1350" b="1" i="1" dirty="0">
                <a:solidFill>
                  <a:srgbClr val="3C3A32"/>
                </a:solidFill>
                <a:latin typeface="Pacifico" pitchFamily="34" charset="0"/>
                <a:ea typeface="Pacifico" pitchFamily="34" charset="-122"/>
                <a:cs typeface="Pacifico" pitchFamily="34" charset="-120"/>
              </a:rPr>
              <a:t>Pengawasan Ketat</a:t>
            </a:r>
            <a:endParaRPr lang="en-US" sz="1350" dirty="0"/>
          </a:p>
        </p:txBody>
      </p:sp>
      <p:sp>
        <p:nvSpPr>
          <p:cNvPr id="28" name="Text 23"/>
          <p:cNvSpPr/>
          <p:nvPr/>
        </p:nvSpPr>
        <p:spPr>
          <a:xfrm>
            <a:off x="4719563" y="5470922"/>
            <a:ext cx="2880360" cy="649224"/>
          </a:xfrm>
          <a:prstGeom prst="rect">
            <a:avLst/>
          </a:prstGeom>
          <a:noFill/>
          <a:ln/>
        </p:spPr>
        <p:txBody>
          <a:bodyPr vert="horz" wrap="square" lIns="0" tIns="0" rIns="0" bIns="0" rtlCol="0" anchor="t"/>
          <a:lstStyle/>
          <a:p>
            <a:pPr marL="0" indent="0" algn="l">
              <a:lnSpc>
                <a:spcPts val="1706"/>
              </a:lnSpc>
              <a:buNone/>
            </a:pPr>
            <a:r>
              <a:rPr lang="en-US" sz="1050" dirty="0">
                <a:solidFill>
                  <a:srgbClr val="4B5563"/>
                </a:solidFill>
                <a:latin typeface="Nunito ExtraLight" pitchFamily="34" charset="0"/>
                <a:ea typeface="Nunito ExtraLight" pitchFamily="34" charset="-122"/>
                <a:cs typeface="Nunito ExtraLight" pitchFamily="34" charset="-120"/>
              </a:rPr>
              <a:t>Mitigasi memerlukan sistem monitoring akses data yang real-time untuk mendeteksi anomali perilaku pengguna internal.</a:t>
            </a:r>
            <a:endParaRPr lang="en-US" sz="1050" dirty="0"/>
          </a:p>
        </p:txBody>
      </p:sp>
      <p:sp>
        <p:nvSpPr>
          <p:cNvPr id="29" name="Text 24"/>
          <p:cNvSpPr/>
          <p:nvPr/>
        </p:nvSpPr>
        <p:spPr>
          <a:xfrm>
            <a:off x="8089850" y="4745831"/>
            <a:ext cx="3492550" cy="1678781"/>
          </a:xfrm>
          <a:prstGeom prst="rect">
            <a:avLst/>
          </a:prstGeom>
          <a:solidFill>
            <a:srgbClr val="F8F9F5"/>
          </a:solidFill>
          <a:ln/>
        </p:spPr>
        <p:txBody>
          <a:bodyPr wrap="square" rtlCol="0" anchor="ctr"/>
          <a:lstStyle/>
          <a:p>
            <a:pPr marL="0" indent="0">
              <a:buNone/>
            </a:pPr>
            <a:endParaRPr lang="en-US" dirty="0"/>
          </a:p>
        </p:txBody>
      </p:sp>
      <p:sp>
        <p:nvSpPr>
          <p:cNvPr id="30" name="Shape 25"/>
          <p:cNvSpPr/>
          <p:nvPr/>
        </p:nvSpPr>
        <p:spPr>
          <a:xfrm>
            <a:off x="8089850" y="4745831"/>
            <a:ext cx="0" cy="1678781"/>
          </a:xfrm>
          <a:prstGeom prst="line">
            <a:avLst/>
          </a:prstGeom>
          <a:noFill/>
          <a:ln w="47625">
            <a:solidFill>
              <a:srgbClr val="CDEE9E"/>
            </a:solidFill>
            <a:prstDash val="solid"/>
          </a:ln>
        </p:spPr>
      </p:sp>
      <p:pic>
        <p:nvPicPr>
          <p:cNvPr id="31" name="Image 3" descr="image.png"/>
          <p:cNvPicPr>
            <a:picLocks noChangeAspect="1"/>
          </p:cNvPicPr>
          <p:nvPr/>
        </p:nvPicPr>
        <p:blipFill>
          <a:blip r:embed="rId6"/>
          <a:srcRect/>
          <a:stretch/>
        </p:blipFill>
        <p:spPr>
          <a:xfrm>
            <a:off x="8442275" y="5050631"/>
            <a:ext cx="190500" cy="266700"/>
          </a:xfrm>
          <a:prstGeom prst="rect">
            <a:avLst/>
          </a:prstGeom>
        </p:spPr>
      </p:pic>
      <p:sp>
        <p:nvSpPr>
          <p:cNvPr id="32" name="Text 26"/>
          <p:cNvSpPr/>
          <p:nvPr/>
        </p:nvSpPr>
        <p:spPr>
          <a:xfrm>
            <a:off x="8785175" y="5050631"/>
            <a:ext cx="1563624" cy="301752"/>
          </a:xfrm>
          <a:prstGeom prst="rect">
            <a:avLst/>
          </a:prstGeom>
          <a:noFill/>
          <a:ln/>
        </p:spPr>
        <p:txBody>
          <a:bodyPr vert="horz" wrap="none" lIns="0" tIns="0" rIns="0" bIns="0" rtlCol="0" anchor="t">
            <a:normAutofit/>
          </a:bodyPr>
          <a:lstStyle/>
          <a:p>
            <a:pPr marL="0" indent="0" algn="l">
              <a:lnSpc>
                <a:spcPts val="2100"/>
              </a:lnSpc>
              <a:buNone/>
            </a:pPr>
            <a:r>
              <a:rPr lang="en-US" sz="1350" b="1" i="1" dirty="0">
                <a:solidFill>
                  <a:srgbClr val="3C3A32"/>
                </a:solidFill>
                <a:latin typeface="Pacifico" pitchFamily="34" charset="0"/>
                <a:ea typeface="Pacifico" pitchFamily="34" charset="-122"/>
                <a:cs typeface="Pacifico" pitchFamily="34" charset="-120"/>
              </a:rPr>
              <a:t>Sanksi Hukum Tegas</a:t>
            </a:r>
            <a:endParaRPr lang="en-US" sz="1350" dirty="0"/>
          </a:p>
        </p:txBody>
      </p:sp>
      <p:sp>
        <p:nvSpPr>
          <p:cNvPr id="33" name="Text 27"/>
          <p:cNvSpPr/>
          <p:nvPr/>
        </p:nvSpPr>
        <p:spPr>
          <a:xfrm>
            <a:off x="8440713" y="5470922"/>
            <a:ext cx="2880360" cy="649224"/>
          </a:xfrm>
          <a:prstGeom prst="rect">
            <a:avLst/>
          </a:prstGeom>
          <a:noFill/>
          <a:ln/>
        </p:spPr>
        <p:txBody>
          <a:bodyPr vert="horz" wrap="square" lIns="0" tIns="0" rIns="0" bIns="0" rtlCol="0" anchor="t"/>
          <a:lstStyle/>
          <a:p>
            <a:pPr marL="0" indent="0" algn="l">
              <a:lnSpc>
                <a:spcPts val="1706"/>
              </a:lnSpc>
              <a:buNone/>
            </a:pPr>
            <a:r>
              <a:rPr lang="en-US" sz="1050" dirty="0">
                <a:solidFill>
                  <a:srgbClr val="4B5563"/>
                </a:solidFill>
                <a:latin typeface="Nunito ExtraLight" pitchFamily="34" charset="0"/>
                <a:ea typeface="Nunito ExtraLight" pitchFamily="34" charset="-122"/>
                <a:cs typeface="Nunito ExtraLight" pitchFamily="34" charset="-120"/>
              </a:rPr>
              <a:t>Penerapan tindakan hukum pidana dan perdata sesuai regulasi untuk memberikan efek jera terhadap pelanggar internal.</a:t>
            </a:r>
            <a:endParaRPr lang="en-US" sz="1050" dirty="0"/>
          </a:p>
        </p:txBody>
      </p:sp>
      <p:sp>
        <p:nvSpPr>
          <p:cNvPr id="34" name="Text 28"/>
          <p:cNvSpPr/>
          <p:nvPr/>
        </p:nvSpPr>
        <p:spPr>
          <a:xfrm>
            <a:off x="-476250" y="5072063"/>
            <a:ext cx="2438400" cy="2438400"/>
          </a:xfrm>
          <a:prstGeom prst="roundRect">
            <a:avLst>
              <a:gd name="adj" fmla="val 100000"/>
            </a:avLst>
          </a:prstGeom>
          <a:noFill/>
          <a:ln w="9525">
            <a:solidFill>
              <a:srgbClr val="E5E7EB">
                <a:alpha val="10000"/>
              </a:srgbClr>
            </a:solidFill>
          </a:ln>
        </p:spPr>
        <p:txBody>
          <a:bodyPr wrap="square" rtlCol="0" anchor="ctr"/>
          <a:lstStyle/>
          <a:p>
            <a:pPr marL="0" indent="0">
              <a:buNone/>
            </a:pP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FFFFF"/>
          </a:solidFill>
          <a:ln/>
        </p:spPr>
        <p:txBody>
          <a:bodyPr wrap="square" rtlCol="0" anchor="ctr"/>
          <a:lstStyle/>
          <a:p>
            <a:pPr marL="0" indent="0">
              <a:buNone/>
            </a:pPr>
            <a:endParaRPr lang="en-US" dirty="0"/>
          </a:p>
        </p:txBody>
      </p:sp>
      <p:sp>
        <p:nvSpPr>
          <p:cNvPr id="3" name="Text 1"/>
          <p:cNvSpPr/>
          <p:nvPr/>
        </p:nvSpPr>
        <p:spPr>
          <a:xfrm>
            <a:off x="7429500" y="0"/>
            <a:ext cx="4762500" cy="6858000"/>
          </a:xfrm>
          <a:prstGeom prst="rect">
            <a:avLst/>
          </a:prstGeom>
          <a:solidFill>
            <a:srgbClr val="CDEE9E"/>
          </a:solidFill>
          <a:ln/>
        </p:spPr>
        <p:txBody>
          <a:bodyPr wrap="square" rtlCol="0" anchor="ctr"/>
          <a:lstStyle/>
          <a:p>
            <a:pPr marL="0" indent="0">
              <a:buNone/>
            </a:pPr>
            <a:endParaRPr lang="en-US" dirty="0"/>
          </a:p>
        </p:txBody>
      </p:sp>
      <p:sp>
        <p:nvSpPr>
          <p:cNvPr id="4" name="Text 2"/>
          <p:cNvSpPr/>
          <p:nvPr/>
        </p:nvSpPr>
        <p:spPr>
          <a:xfrm>
            <a:off x="9525000" y="-381000"/>
            <a:ext cx="3048000" cy="3048000"/>
          </a:xfrm>
          <a:prstGeom prst="roundRect">
            <a:avLst>
              <a:gd name="adj" fmla="val 100000"/>
            </a:avLst>
          </a:prstGeom>
          <a:solidFill>
            <a:srgbClr val="FFFFFF">
              <a:alpha val="20000"/>
            </a:srgbClr>
          </a:solidFill>
          <a:ln/>
        </p:spPr>
        <p:txBody>
          <a:bodyPr wrap="square" rtlCol="0" anchor="ctr"/>
          <a:lstStyle/>
          <a:p>
            <a:pPr marL="0" indent="0">
              <a:buNone/>
            </a:pPr>
            <a:endParaRPr lang="en-US" dirty="0"/>
          </a:p>
        </p:txBody>
      </p:sp>
      <p:sp>
        <p:nvSpPr>
          <p:cNvPr id="5" name="Text 3"/>
          <p:cNvSpPr/>
          <p:nvPr/>
        </p:nvSpPr>
        <p:spPr>
          <a:xfrm>
            <a:off x="7048500" y="4572000"/>
            <a:ext cx="1524000" cy="1524000"/>
          </a:xfrm>
          <a:prstGeom prst="roundRect">
            <a:avLst>
              <a:gd name="adj" fmla="val 100000"/>
            </a:avLst>
          </a:prstGeom>
          <a:solidFill>
            <a:srgbClr val="FFFFFF">
              <a:alpha val="10000"/>
            </a:srgbClr>
          </a:solidFill>
          <a:ln/>
        </p:spPr>
        <p:txBody>
          <a:bodyPr wrap="square" rtlCol="0" anchor="ctr"/>
          <a:lstStyle/>
          <a:p>
            <a:pPr marL="0" indent="0">
              <a:buNone/>
            </a:pPr>
            <a:endParaRPr lang="en-US" dirty="0"/>
          </a:p>
        </p:txBody>
      </p:sp>
      <p:sp>
        <p:nvSpPr>
          <p:cNvPr id="6" name="Text 4"/>
          <p:cNvSpPr/>
          <p:nvPr/>
        </p:nvSpPr>
        <p:spPr>
          <a:xfrm>
            <a:off x="0" y="0"/>
            <a:ext cx="7429500" cy="6858000"/>
          </a:xfrm>
          <a:prstGeom prst="rect">
            <a:avLst/>
          </a:prstGeom>
          <a:solidFill>
            <a:srgbClr val="FFFFFF"/>
          </a:solidFill>
          <a:ln/>
        </p:spPr>
        <p:txBody>
          <a:bodyPr wrap="square" rtlCol="0" anchor="ctr"/>
          <a:lstStyle/>
          <a:p>
            <a:pPr marL="0" indent="0">
              <a:buNone/>
            </a:pPr>
            <a:endParaRPr lang="en-US" dirty="0"/>
          </a:p>
        </p:txBody>
      </p:sp>
      <p:sp>
        <p:nvSpPr>
          <p:cNvPr id="7" name="Text 5"/>
          <p:cNvSpPr/>
          <p:nvPr/>
        </p:nvSpPr>
        <p:spPr>
          <a:xfrm>
            <a:off x="607740" y="609600"/>
            <a:ext cx="2231136" cy="301752"/>
          </a:xfrm>
          <a:prstGeom prst="rect">
            <a:avLst/>
          </a:prstGeom>
          <a:noFill/>
          <a:ln/>
        </p:spPr>
        <p:txBody>
          <a:bodyPr vert="horz" wrap="none" lIns="0" tIns="0" rIns="0" bIns="0" rtlCol="0" anchor="t">
            <a:normAutofit/>
          </a:bodyPr>
          <a:lstStyle/>
          <a:p>
            <a:pPr marL="0" indent="0" algn="l">
              <a:lnSpc>
                <a:spcPts val="2100"/>
              </a:lnSpc>
              <a:buNone/>
            </a:pPr>
            <a:r>
              <a:rPr lang="en-US" sz="1500" b="1" kern="0" spc="180" dirty="0">
                <a:solidFill>
                  <a:srgbClr val="3C3A32"/>
                </a:solidFill>
                <a:latin typeface="Nunito ExtraLight" pitchFamily="34" charset="0"/>
                <a:ea typeface="Nunito ExtraLight" pitchFamily="34" charset="-122"/>
                <a:cs typeface="Nunito ExtraLight" pitchFamily="34" charset="-120"/>
              </a:rPr>
              <a:t>RAHASIA DAGANG</a:t>
            </a:r>
            <a:endParaRPr lang="en-US" sz="1500" dirty="0"/>
          </a:p>
        </p:txBody>
      </p:sp>
      <p:sp>
        <p:nvSpPr>
          <p:cNvPr id="8" name="Text 6"/>
          <p:cNvSpPr/>
          <p:nvPr/>
        </p:nvSpPr>
        <p:spPr>
          <a:xfrm>
            <a:off x="2853779" y="666750"/>
            <a:ext cx="9525" cy="152400"/>
          </a:xfrm>
          <a:prstGeom prst="rect">
            <a:avLst/>
          </a:prstGeom>
          <a:solidFill>
            <a:srgbClr val="3C3A32">
              <a:alpha val="30000"/>
            </a:srgbClr>
          </a:solidFill>
          <a:ln/>
        </p:spPr>
        <p:txBody>
          <a:bodyPr wrap="square" rtlCol="0" anchor="ctr"/>
          <a:lstStyle/>
          <a:p>
            <a:pPr marL="0" indent="0">
              <a:buNone/>
            </a:pPr>
            <a:endParaRPr lang="en-US" dirty="0"/>
          </a:p>
        </p:txBody>
      </p:sp>
      <p:sp>
        <p:nvSpPr>
          <p:cNvPr id="9" name="Text 7"/>
          <p:cNvSpPr/>
          <p:nvPr/>
        </p:nvSpPr>
        <p:spPr>
          <a:xfrm>
            <a:off x="2976711" y="609600"/>
            <a:ext cx="1307592" cy="301752"/>
          </a:xfrm>
          <a:prstGeom prst="rect">
            <a:avLst/>
          </a:prstGeom>
          <a:noFill/>
          <a:ln/>
        </p:spPr>
        <p:txBody>
          <a:bodyPr vert="horz" wrap="none" lIns="0" tIns="0" rIns="0" bIns="0" rtlCol="0" anchor="t">
            <a:normAutofit/>
          </a:bodyPr>
          <a:lstStyle/>
          <a:p>
            <a:pPr marL="0" indent="0" algn="l">
              <a:lnSpc>
                <a:spcPts val="2100"/>
              </a:lnSpc>
              <a:buNone/>
            </a:pPr>
            <a:r>
              <a:rPr lang="en-US" sz="1350" kern="0" spc="130" dirty="0">
                <a:solidFill>
                  <a:srgbClr val="3C3A32">
                    <a:alpha val="80000"/>
                  </a:srgbClr>
                </a:solidFill>
                <a:latin typeface="Nunito ExtraLight" pitchFamily="34" charset="0"/>
                <a:ea typeface="Nunito ExtraLight" pitchFamily="34" charset="-122"/>
                <a:cs typeface="Nunito ExtraLight" pitchFamily="34" charset="-120"/>
              </a:rPr>
              <a:t>ERA DIGITAL</a:t>
            </a:r>
            <a:endParaRPr lang="en-US" sz="1350" dirty="0"/>
          </a:p>
        </p:txBody>
      </p:sp>
      <p:sp>
        <p:nvSpPr>
          <p:cNvPr id="10" name="Text 8"/>
          <p:cNvSpPr/>
          <p:nvPr/>
        </p:nvSpPr>
        <p:spPr>
          <a:xfrm>
            <a:off x="609600" y="1485900"/>
            <a:ext cx="609600" cy="57150"/>
          </a:xfrm>
          <a:prstGeom prst="rect">
            <a:avLst/>
          </a:prstGeom>
          <a:solidFill>
            <a:srgbClr val="CDEE9E"/>
          </a:solidFill>
          <a:ln/>
        </p:spPr>
        <p:txBody>
          <a:bodyPr wrap="square" rtlCol="0" anchor="ctr"/>
          <a:lstStyle/>
          <a:p>
            <a:pPr marL="0" indent="0">
              <a:buNone/>
            </a:pPr>
            <a:endParaRPr lang="en-US" dirty="0"/>
          </a:p>
        </p:txBody>
      </p:sp>
      <p:sp>
        <p:nvSpPr>
          <p:cNvPr id="11" name="Text 9"/>
          <p:cNvSpPr/>
          <p:nvPr/>
        </p:nvSpPr>
        <p:spPr>
          <a:xfrm>
            <a:off x="609600" y="1770608"/>
            <a:ext cx="6364224" cy="1344168"/>
          </a:xfrm>
          <a:prstGeom prst="rect">
            <a:avLst/>
          </a:prstGeom>
          <a:noFill/>
          <a:ln/>
        </p:spPr>
        <p:txBody>
          <a:bodyPr vert="horz" wrap="square" lIns="0" tIns="0" rIns="0" bIns="0" rtlCol="0" anchor="t"/>
          <a:lstStyle/>
          <a:p>
            <a:pPr marL="0" indent="0" algn="l">
              <a:lnSpc>
                <a:spcPts val="5280"/>
              </a:lnSpc>
              <a:buNone/>
            </a:pPr>
            <a:r>
              <a:rPr lang="en-US" sz="4800" kern="0" spc="-100" dirty="0">
                <a:solidFill>
                  <a:srgbClr val="3C3A32"/>
                </a:solidFill>
                <a:latin typeface="Pacifico" pitchFamily="34" charset="0"/>
                <a:ea typeface="Pacifico" pitchFamily="34" charset="-122"/>
                <a:cs typeface="Pacifico" pitchFamily="34" charset="-120"/>
              </a:rPr>
              <a:t>Strategi Mitigasi
</a:t>
            </a:r>
            <a:r>
              <a:rPr lang="en-US" sz="4800" kern="0" spc="-100" dirty="0">
                <a:solidFill>
                  <a:srgbClr val="CDEE9E"/>
                </a:solidFill>
                <a:latin typeface="Pacifico" pitchFamily="34" charset="0"/>
                <a:ea typeface="Pacifico" pitchFamily="34" charset="-122"/>
                <a:cs typeface="Pacifico" pitchFamily="34" charset="-120"/>
              </a:rPr>
              <a:t>dan Audit Trail.</a:t>
            </a:r>
            <a:endParaRPr lang="en-US" sz="4800" dirty="0"/>
          </a:p>
        </p:txBody>
      </p:sp>
      <p:sp>
        <p:nvSpPr>
          <p:cNvPr id="12" name="Text 10"/>
          <p:cNvSpPr/>
          <p:nvPr/>
        </p:nvSpPr>
        <p:spPr>
          <a:xfrm>
            <a:off x="609600" y="3493591"/>
            <a:ext cx="5829300" cy="1119188"/>
          </a:xfrm>
          <a:prstGeom prst="rect">
            <a:avLst/>
          </a:prstGeom>
          <a:solidFill>
            <a:srgbClr val="F8F9F5"/>
          </a:solidFill>
          <a:ln/>
        </p:spPr>
        <p:txBody>
          <a:bodyPr wrap="square" rtlCol="0" anchor="ctr"/>
          <a:lstStyle/>
          <a:p>
            <a:pPr marL="0" indent="0">
              <a:buNone/>
            </a:pPr>
            <a:endParaRPr lang="en-US" dirty="0"/>
          </a:p>
        </p:txBody>
      </p:sp>
      <p:sp>
        <p:nvSpPr>
          <p:cNvPr id="13" name="Shape 11"/>
          <p:cNvSpPr/>
          <p:nvPr/>
        </p:nvSpPr>
        <p:spPr>
          <a:xfrm>
            <a:off x="609600" y="3493591"/>
            <a:ext cx="0" cy="1119188"/>
          </a:xfrm>
          <a:prstGeom prst="line">
            <a:avLst/>
          </a:prstGeom>
          <a:noFill/>
          <a:ln w="38100">
            <a:solidFill>
              <a:srgbClr val="CDEE9E"/>
            </a:solidFill>
            <a:prstDash val="solid"/>
          </a:ln>
        </p:spPr>
      </p:sp>
      <p:pic>
        <p:nvPicPr>
          <p:cNvPr id="14" name="Image 0" descr="image.png"/>
          <p:cNvPicPr>
            <a:picLocks noChangeAspect="1"/>
          </p:cNvPicPr>
          <p:nvPr/>
        </p:nvPicPr>
        <p:blipFill>
          <a:blip r:embed="rId3"/>
          <a:srcRect/>
          <a:stretch/>
        </p:blipFill>
        <p:spPr>
          <a:xfrm>
            <a:off x="838200" y="3684091"/>
            <a:ext cx="190500" cy="266700"/>
          </a:xfrm>
          <a:prstGeom prst="rect">
            <a:avLst/>
          </a:prstGeom>
        </p:spPr>
      </p:pic>
      <p:sp>
        <p:nvSpPr>
          <p:cNvPr id="15" name="Text 12"/>
          <p:cNvSpPr/>
          <p:nvPr/>
        </p:nvSpPr>
        <p:spPr>
          <a:xfrm>
            <a:off x="1181100" y="3703141"/>
            <a:ext cx="2002536" cy="265176"/>
          </a:xfrm>
          <a:prstGeom prst="rect">
            <a:avLst/>
          </a:prstGeom>
          <a:noFill/>
          <a:ln/>
        </p:spPr>
        <p:txBody>
          <a:bodyPr vert="horz" wrap="none" lIns="0" tIns="0" rIns="0" bIns="0" rtlCol="0" anchor="t">
            <a:normAutofit/>
          </a:bodyPr>
          <a:lstStyle/>
          <a:p>
            <a:pPr marL="0" indent="0" algn="l">
              <a:lnSpc>
                <a:spcPts val="1800"/>
              </a:lnSpc>
              <a:buNone/>
            </a:pPr>
            <a:r>
              <a:rPr lang="en-US" sz="1200" b="1" kern="0" spc="30" dirty="0">
                <a:solidFill>
                  <a:srgbClr val="3C3A32"/>
                </a:solidFill>
                <a:latin typeface="Nunito ExtraLight" pitchFamily="34" charset="0"/>
                <a:ea typeface="Nunito ExtraLight" pitchFamily="34" charset="-122"/>
                <a:cs typeface="Nunito ExtraLight" pitchFamily="34" charset="-120"/>
              </a:rPr>
              <a:t>AKSES TERBATAS &amp; LOG</a:t>
            </a:r>
            <a:endParaRPr lang="en-US" sz="1200" dirty="0"/>
          </a:p>
        </p:txBody>
      </p:sp>
      <p:sp>
        <p:nvSpPr>
          <p:cNvPr id="16" name="Text 13"/>
          <p:cNvSpPr/>
          <p:nvPr/>
        </p:nvSpPr>
        <p:spPr>
          <a:xfrm>
            <a:off x="1181100" y="3986510"/>
            <a:ext cx="5102352" cy="438912"/>
          </a:xfrm>
          <a:prstGeom prst="rect">
            <a:avLst/>
          </a:prstGeom>
          <a:noFill/>
          <a:ln/>
        </p:spPr>
        <p:txBody>
          <a:bodyPr vert="horz" wrap="square" lIns="0" tIns="0" rIns="0" bIns="0" rtlCol="0" anchor="t"/>
          <a:lstStyle/>
          <a:p>
            <a:pPr marL="0" indent="0" algn="l">
              <a:lnSpc>
                <a:spcPts val="1706"/>
              </a:lnSpc>
              <a:buNone/>
            </a:pPr>
            <a:r>
              <a:rPr lang="en-US" sz="1050" dirty="0">
                <a:solidFill>
                  <a:srgbClr val="4B5563"/>
                </a:solidFill>
                <a:latin typeface="Nunito ExtraLight" pitchFamily="34" charset="0"/>
                <a:ea typeface="Nunito ExtraLight" pitchFamily="34" charset="-122"/>
                <a:cs typeface="Nunito ExtraLight" pitchFamily="34" charset="-120"/>
              </a:rPr>
              <a:t>Implementasi RBAC untuk akses terbatas dan log aktivitas sebagai alat pembuktian hukum internal.</a:t>
            </a:r>
            <a:endParaRPr lang="en-US" sz="1050" dirty="0"/>
          </a:p>
        </p:txBody>
      </p:sp>
      <p:sp>
        <p:nvSpPr>
          <p:cNvPr id="17" name="Text 14"/>
          <p:cNvSpPr/>
          <p:nvPr/>
        </p:nvSpPr>
        <p:spPr>
          <a:xfrm>
            <a:off x="609600" y="4765179"/>
            <a:ext cx="5829300" cy="1119188"/>
          </a:xfrm>
          <a:prstGeom prst="rect">
            <a:avLst/>
          </a:prstGeom>
          <a:solidFill>
            <a:srgbClr val="F8F9F5"/>
          </a:solidFill>
          <a:ln/>
        </p:spPr>
        <p:txBody>
          <a:bodyPr wrap="square" rtlCol="0" anchor="ctr"/>
          <a:lstStyle/>
          <a:p>
            <a:pPr marL="0" indent="0">
              <a:buNone/>
            </a:pPr>
            <a:endParaRPr lang="en-US" dirty="0"/>
          </a:p>
        </p:txBody>
      </p:sp>
      <p:sp>
        <p:nvSpPr>
          <p:cNvPr id="18" name="Shape 15"/>
          <p:cNvSpPr/>
          <p:nvPr/>
        </p:nvSpPr>
        <p:spPr>
          <a:xfrm>
            <a:off x="609600" y="4765179"/>
            <a:ext cx="0" cy="1119187"/>
          </a:xfrm>
          <a:prstGeom prst="line">
            <a:avLst/>
          </a:prstGeom>
          <a:noFill/>
          <a:ln w="38100">
            <a:solidFill>
              <a:srgbClr val="CDEE9E"/>
            </a:solidFill>
            <a:prstDash val="solid"/>
          </a:ln>
        </p:spPr>
      </p:sp>
      <p:pic>
        <p:nvPicPr>
          <p:cNvPr id="19" name="Image 1" descr="image.png"/>
          <p:cNvPicPr>
            <a:picLocks noChangeAspect="1"/>
          </p:cNvPicPr>
          <p:nvPr/>
        </p:nvPicPr>
        <p:blipFill>
          <a:blip r:embed="rId4"/>
          <a:srcRect/>
          <a:stretch/>
        </p:blipFill>
        <p:spPr>
          <a:xfrm>
            <a:off x="838200" y="4955679"/>
            <a:ext cx="142875" cy="266700"/>
          </a:xfrm>
          <a:prstGeom prst="rect">
            <a:avLst/>
          </a:prstGeom>
        </p:spPr>
      </p:pic>
      <p:sp>
        <p:nvSpPr>
          <p:cNvPr id="20" name="Text 16"/>
          <p:cNvSpPr/>
          <p:nvPr/>
        </p:nvSpPr>
        <p:spPr>
          <a:xfrm>
            <a:off x="1131615" y="4974729"/>
            <a:ext cx="1856232" cy="265176"/>
          </a:xfrm>
          <a:prstGeom prst="rect">
            <a:avLst/>
          </a:prstGeom>
          <a:noFill/>
          <a:ln/>
        </p:spPr>
        <p:txBody>
          <a:bodyPr vert="horz" wrap="none" lIns="0" tIns="0" rIns="0" bIns="0" rtlCol="0" anchor="t">
            <a:normAutofit/>
          </a:bodyPr>
          <a:lstStyle/>
          <a:p>
            <a:pPr marL="0" indent="0" algn="l">
              <a:lnSpc>
                <a:spcPts val="1800"/>
              </a:lnSpc>
              <a:buNone/>
            </a:pPr>
            <a:r>
              <a:rPr lang="en-US" sz="1200" b="1" kern="0" spc="30" dirty="0">
                <a:solidFill>
                  <a:srgbClr val="3C3A32"/>
                </a:solidFill>
                <a:latin typeface="Nunito ExtraLight" pitchFamily="34" charset="0"/>
                <a:ea typeface="Nunito ExtraLight" pitchFamily="34" charset="-122"/>
                <a:cs typeface="Nunito ExtraLight" pitchFamily="34" charset="-120"/>
              </a:rPr>
              <a:t>SINKRONISASI UU PDP</a:t>
            </a:r>
            <a:endParaRPr lang="en-US" sz="1200" dirty="0"/>
          </a:p>
        </p:txBody>
      </p:sp>
      <p:sp>
        <p:nvSpPr>
          <p:cNvPr id="21" name="Text 17"/>
          <p:cNvSpPr/>
          <p:nvPr/>
        </p:nvSpPr>
        <p:spPr>
          <a:xfrm>
            <a:off x="1181100" y="5258098"/>
            <a:ext cx="5102352" cy="438912"/>
          </a:xfrm>
          <a:prstGeom prst="rect">
            <a:avLst/>
          </a:prstGeom>
          <a:noFill/>
          <a:ln/>
        </p:spPr>
        <p:txBody>
          <a:bodyPr vert="horz" wrap="square" lIns="0" tIns="0" rIns="0" bIns="0" rtlCol="0" anchor="t"/>
          <a:lstStyle/>
          <a:p>
            <a:pPr marL="0" indent="0" algn="l">
              <a:lnSpc>
                <a:spcPts val="1706"/>
              </a:lnSpc>
              <a:buNone/>
            </a:pPr>
            <a:r>
              <a:rPr lang="en-US" sz="1050" dirty="0">
                <a:solidFill>
                  <a:srgbClr val="4B5563"/>
                </a:solidFill>
                <a:latin typeface="Nunito ExtraLight" pitchFamily="34" charset="0"/>
                <a:ea typeface="Nunito ExtraLight" pitchFamily="34" charset="-122"/>
                <a:cs typeface="Nunito ExtraLight" pitchFamily="34" charset="-120"/>
              </a:rPr>
              <a:t>Audit keamanan rutin untuk sinkronisasi dengan UU PDP guna mencegah kebocoran data perusahaan.</a:t>
            </a:r>
            <a:endParaRPr lang="en-US" sz="1050" dirty="0"/>
          </a:p>
        </p:txBody>
      </p:sp>
      <p:pic>
        <p:nvPicPr>
          <p:cNvPr id="22" name="Image 2" descr="image.png"/>
          <p:cNvPicPr>
            <a:picLocks noChangeAspect="1"/>
          </p:cNvPicPr>
          <p:nvPr/>
        </p:nvPicPr>
        <p:blipFill>
          <a:blip r:embed="rId5"/>
          <a:srcRect/>
          <a:stretch/>
        </p:blipFill>
        <p:spPr>
          <a:xfrm>
            <a:off x="7810500" y="952500"/>
            <a:ext cx="4000500" cy="4953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3C3A32"/>
          </a:solidFill>
          <a:ln/>
        </p:spPr>
        <p:txBody>
          <a:bodyPr wrap="square" rtlCol="0" anchor="ctr"/>
          <a:lstStyle/>
          <a:p>
            <a:pPr marL="0" indent="0">
              <a:buNone/>
            </a:pPr>
            <a:endParaRPr lang="en-US" dirty="0"/>
          </a:p>
        </p:txBody>
      </p:sp>
      <p:sp>
        <p:nvSpPr>
          <p:cNvPr id="3" name="Text 1"/>
          <p:cNvSpPr/>
          <p:nvPr/>
        </p:nvSpPr>
        <p:spPr>
          <a:xfrm>
            <a:off x="5120580" y="0"/>
            <a:ext cx="7071271" cy="6858000"/>
          </a:xfrm>
          <a:prstGeom prst="rect">
            <a:avLst/>
          </a:prstGeom>
          <a:solidFill>
            <a:srgbClr val="3C3A32"/>
          </a:solidFill>
          <a:ln/>
        </p:spPr>
        <p:txBody>
          <a:bodyPr wrap="square" rtlCol="0" anchor="ctr"/>
          <a:lstStyle/>
          <a:p>
            <a:pPr marL="0" indent="0">
              <a:buNone/>
            </a:pPr>
            <a:endParaRPr lang="en-US" dirty="0"/>
          </a:p>
        </p:txBody>
      </p:sp>
      <p:sp>
        <p:nvSpPr>
          <p:cNvPr id="4" name="Text 2"/>
          <p:cNvSpPr/>
          <p:nvPr/>
        </p:nvSpPr>
        <p:spPr>
          <a:xfrm>
            <a:off x="0" y="0"/>
            <a:ext cx="5120580" cy="6858000"/>
          </a:xfrm>
          <a:prstGeom prst="rect">
            <a:avLst/>
          </a:prstGeom>
          <a:solidFill>
            <a:srgbClr val="CDEE9E"/>
          </a:solidFill>
          <a:ln/>
        </p:spPr>
        <p:txBody>
          <a:bodyPr wrap="square" rtlCol="0" anchor="ctr"/>
          <a:lstStyle/>
          <a:p>
            <a:pPr marL="0" indent="0">
              <a:buNone/>
            </a:pPr>
            <a:endParaRPr lang="en-US" dirty="0"/>
          </a:p>
        </p:txBody>
      </p:sp>
      <p:sp>
        <p:nvSpPr>
          <p:cNvPr id="5" name="Text 3"/>
          <p:cNvSpPr/>
          <p:nvPr/>
        </p:nvSpPr>
        <p:spPr>
          <a:xfrm>
            <a:off x="610567" y="609600"/>
            <a:ext cx="1188720" cy="301752"/>
          </a:xfrm>
          <a:prstGeom prst="rect">
            <a:avLst/>
          </a:prstGeom>
          <a:noFill/>
          <a:ln/>
        </p:spPr>
        <p:txBody>
          <a:bodyPr vert="horz" wrap="none" lIns="0" tIns="0" rIns="0" bIns="0" rtlCol="0" anchor="t">
            <a:normAutofit/>
          </a:bodyPr>
          <a:lstStyle/>
          <a:p>
            <a:pPr marL="0" indent="0" algn="l">
              <a:lnSpc>
                <a:spcPts val="2100"/>
              </a:lnSpc>
              <a:buNone/>
            </a:pPr>
            <a:r>
              <a:rPr lang="en-US" sz="1500" b="1" kern="0" spc="180" dirty="0">
                <a:solidFill>
                  <a:srgbClr val="3C3A32"/>
                </a:solidFill>
                <a:latin typeface="Nunito ExtraLight" pitchFamily="34" charset="0"/>
                <a:ea typeface="Nunito ExtraLight" pitchFamily="34" charset="-122"/>
                <a:cs typeface="Nunito ExtraLight" pitchFamily="34" charset="-120"/>
              </a:rPr>
              <a:t>STRATEGI</a:t>
            </a:r>
            <a:endParaRPr lang="en-US" sz="1500" dirty="0"/>
          </a:p>
        </p:txBody>
      </p:sp>
      <p:sp>
        <p:nvSpPr>
          <p:cNvPr id="6" name="Text 4"/>
          <p:cNvSpPr/>
          <p:nvPr/>
        </p:nvSpPr>
        <p:spPr>
          <a:xfrm>
            <a:off x="1840260" y="666750"/>
            <a:ext cx="9525" cy="152400"/>
          </a:xfrm>
          <a:prstGeom prst="rect">
            <a:avLst/>
          </a:prstGeom>
          <a:solidFill>
            <a:srgbClr val="3C3A32">
              <a:alpha val="30000"/>
            </a:srgbClr>
          </a:solidFill>
          <a:ln/>
        </p:spPr>
        <p:txBody>
          <a:bodyPr wrap="square" rtlCol="0" anchor="ctr"/>
          <a:lstStyle/>
          <a:p>
            <a:pPr marL="0" indent="0">
              <a:buNone/>
            </a:pPr>
            <a:endParaRPr lang="en-US" dirty="0"/>
          </a:p>
        </p:txBody>
      </p:sp>
      <p:sp>
        <p:nvSpPr>
          <p:cNvPr id="7" name="Text 5"/>
          <p:cNvSpPr/>
          <p:nvPr/>
        </p:nvSpPr>
        <p:spPr>
          <a:xfrm>
            <a:off x="1963192" y="609600"/>
            <a:ext cx="1307592" cy="301752"/>
          </a:xfrm>
          <a:prstGeom prst="rect">
            <a:avLst/>
          </a:prstGeom>
          <a:noFill/>
          <a:ln/>
        </p:spPr>
        <p:txBody>
          <a:bodyPr vert="horz" wrap="none" lIns="0" tIns="0" rIns="0" bIns="0" rtlCol="0" anchor="t">
            <a:normAutofit/>
          </a:bodyPr>
          <a:lstStyle/>
          <a:p>
            <a:pPr marL="0" indent="0" algn="l">
              <a:lnSpc>
                <a:spcPts val="2100"/>
              </a:lnSpc>
              <a:buNone/>
            </a:pPr>
            <a:r>
              <a:rPr lang="en-US" sz="1350" kern="0" spc="130" dirty="0">
                <a:solidFill>
                  <a:srgbClr val="3C3A32">
                    <a:alpha val="80000"/>
                  </a:srgbClr>
                </a:solidFill>
                <a:latin typeface="Nunito ExtraLight" pitchFamily="34" charset="0"/>
                <a:ea typeface="Nunito ExtraLight" pitchFamily="34" charset="-122"/>
                <a:cs typeface="Nunito ExtraLight" pitchFamily="34" charset="-120"/>
              </a:rPr>
              <a:t>ERA DIGITAL</a:t>
            </a:r>
            <a:endParaRPr lang="en-US" sz="1350" dirty="0"/>
          </a:p>
        </p:txBody>
      </p:sp>
      <p:sp>
        <p:nvSpPr>
          <p:cNvPr id="8" name="Text 6"/>
          <p:cNvSpPr/>
          <p:nvPr/>
        </p:nvSpPr>
        <p:spPr>
          <a:xfrm>
            <a:off x="609600" y="2753916"/>
            <a:ext cx="609600" cy="57150"/>
          </a:xfrm>
          <a:prstGeom prst="rect">
            <a:avLst/>
          </a:prstGeom>
          <a:solidFill>
            <a:srgbClr val="3C3A32"/>
          </a:solidFill>
          <a:ln/>
        </p:spPr>
        <p:txBody>
          <a:bodyPr wrap="square" rtlCol="0" anchor="ctr"/>
          <a:lstStyle/>
          <a:p>
            <a:pPr marL="0" indent="0">
              <a:buNone/>
            </a:pPr>
            <a:endParaRPr lang="en-US" dirty="0"/>
          </a:p>
        </p:txBody>
      </p:sp>
      <p:sp>
        <p:nvSpPr>
          <p:cNvPr id="9" name="Text 7"/>
          <p:cNvSpPr/>
          <p:nvPr/>
        </p:nvSpPr>
        <p:spPr>
          <a:xfrm>
            <a:off x="607665" y="3117652"/>
            <a:ext cx="4032504" cy="1088136"/>
          </a:xfrm>
          <a:prstGeom prst="rect">
            <a:avLst/>
          </a:prstGeom>
          <a:noFill/>
          <a:ln/>
        </p:spPr>
        <p:txBody>
          <a:bodyPr vert="horz" wrap="square" lIns="0" tIns="0" rIns="0" bIns="0" rtlCol="0" anchor="t"/>
          <a:lstStyle/>
          <a:p>
            <a:pPr marL="0" indent="0" algn="l">
              <a:lnSpc>
                <a:spcPts val="4290"/>
              </a:lnSpc>
              <a:buNone/>
            </a:pPr>
            <a:r>
              <a:rPr lang="en-US" sz="3900" kern="0" spc="-80" dirty="0">
                <a:solidFill>
                  <a:srgbClr val="3C3A32"/>
                </a:solidFill>
                <a:latin typeface="Pacifico" pitchFamily="34" charset="0"/>
                <a:ea typeface="Pacifico" pitchFamily="34" charset="-122"/>
                <a:cs typeface="Pacifico" pitchFamily="34" charset="-120"/>
              </a:rPr>
              <a:t>Sengketa</a:t>
            </a:r>
            <a:endParaRPr lang="en-US" sz="3900" dirty="0"/>
          </a:p>
          <a:p>
            <a:pPr marL="0" indent="0" algn="l">
              <a:lnSpc>
                <a:spcPts val="4290"/>
              </a:lnSpc>
              <a:buNone/>
            </a:pPr>
            <a:r>
              <a:rPr lang="en-US" sz="3900" kern="0" spc="-80" dirty="0">
                <a:solidFill>
                  <a:srgbClr val="3C3A32"/>
                </a:solidFill>
                <a:latin typeface="Pacifico" pitchFamily="34" charset="0"/>
                <a:ea typeface="Pacifico" pitchFamily="34" charset="-122"/>
                <a:cs typeface="Pacifico" pitchFamily="34" charset="-120"/>
              </a:rPr>
              <a:t>Merek Digital.</a:t>
            </a:r>
            <a:endParaRPr lang="en-US" sz="3900" dirty="0"/>
          </a:p>
        </p:txBody>
      </p:sp>
      <p:sp>
        <p:nvSpPr>
          <p:cNvPr id="10" name="Text 8"/>
          <p:cNvSpPr/>
          <p:nvPr/>
        </p:nvSpPr>
        <p:spPr>
          <a:xfrm>
            <a:off x="609600" y="4510088"/>
            <a:ext cx="3511153" cy="785813"/>
          </a:xfrm>
          <a:prstGeom prst="rect">
            <a:avLst/>
          </a:prstGeom>
          <a:solidFill>
            <a:srgbClr val="3C3A32">
              <a:alpha val="5000"/>
            </a:srgbClr>
          </a:solidFill>
          <a:ln/>
        </p:spPr>
        <p:txBody>
          <a:bodyPr wrap="square" rtlCol="0" anchor="ctr"/>
          <a:lstStyle/>
          <a:p>
            <a:pPr marL="0" indent="0">
              <a:buNone/>
            </a:pPr>
            <a:endParaRPr lang="en-US" dirty="0"/>
          </a:p>
        </p:txBody>
      </p:sp>
      <p:sp>
        <p:nvSpPr>
          <p:cNvPr id="11" name="Shape 9"/>
          <p:cNvSpPr/>
          <p:nvPr/>
        </p:nvSpPr>
        <p:spPr>
          <a:xfrm>
            <a:off x="609600" y="4510088"/>
            <a:ext cx="0" cy="785813"/>
          </a:xfrm>
          <a:prstGeom prst="line">
            <a:avLst/>
          </a:prstGeom>
          <a:noFill/>
          <a:ln w="28575">
            <a:solidFill>
              <a:srgbClr val="3C3A32"/>
            </a:solidFill>
            <a:prstDash val="solid"/>
          </a:ln>
        </p:spPr>
      </p:sp>
      <p:sp>
        <p:nvSpPr>
          <p:cNvPr id="12" name="Text 10"/>
          <p:cNvSpPr/>
          <p:nvPr/>
        </p:nvSpPr>
        <p:spPr>
          <a:xfrm>
            <a:off x="826889" y="4622006"/>
            <a:ext cx="3136392" cy="566928"/>
          </a:xfrm>
          <a:prstGeom prst="rect">
            <a:avLst/>
          </a:prstGeom>
          <a:noFill/>
          <a:ln/>
        </p:spPr>
        <p:txBody>
          <a:bodyPr vert="horz" wrap="square" lIns="0" tIns="0" rIns="0" bIns="0" rtlCol="0" anchor="t"/>
          <a:lstStyle/>
          <a:p>
            <a:pPr marL="0" indent="0" algn="l">
              <a:lnSpc>
                <a:spcPts val="1463"/>
              </a:lnSpc>
              <a:buNone/>
            </a:pPr>
            <a:r>
              <a:rPr lang="en-US" sz="900" b="1" kern="0" spc="100" dirty="0">
                <a:solidFill>
                  <a:srgbClr val="3C3A32">
                    <a:alpha val="80000"/>
                  </a:srgbClr>
                </a:solidFill>
                <a:latin typeface="Nunito ExtraLight" pitchFamily="34" charset="0"/>
                <a:ea typeface="Nunito ExtraLight" pitchFamily="34" charset="-122"/>
                <a:cs typeface="Nunito ExtraLight" pitchFamily="34" charset="-120"/>
              </a:rPr>
              <a:t>ANALISIS TERHADAP PENDAFTARAN DOMAIN DAN MEREK OLEH PIHAK KETIGA DENGAN ITIKAD TIDAK BAIK.</a:t>
            </a:r>
            <a:endParaRPr lang="en-US" sz="900" dirty="0"/>
          </a:p>
        </p:txBody>
      </p:sp>
      <p:sp>
        <p:nvSpPr>
          <p:cNvPr id="13" name="Text 11"/>
          <p:cNvSpPr/>
          <p:nvPr/>
        </p:nvSpPr>
        <p:spPr>
          <a:xfrm>
            <a:off x="607665" y="5676900"/>
            <a:ext cx="4032504" cy="301752"/>
          </a:xfrm>
          <a:prstGeom prst="rect">
            <a:avLst/>
          </a:prstGeom>
          <a:noFill/>
          <a:ln/>
        </p:spPr>
        <p:txBody>
          <a:bodyPr vert="horz" wrap="none" lIns="0" tIns="0" rIns="0" bIns="0" rtlCol="0" anchor="t">
            <a:normAutofit/>
          </a:bodyPr>
          <a:lstStyle/>
          <a:p>
            <a:pPr marL="0" indent="0" algn="l">
              <a:lnSpc>
                <a:spcPts val="2100"/>
              </a:lnSpc>
              <a:buNone/>
            </a:pPr>
            <a:r>
              <a:rPr lang="en-US" sz="1350" kern="0" spc="130" dirty="0">
                <a:solidFill>
                  <a:srgbClr val="3C3A32">
                    <a:alpha val="60000"/>
                  </a:srgbClr>
                </a:solidFill>
                <a:latin typeface="Nunito ExtraLight" pitchFamily="34" charset="0"/>
                <a:ea typeface="Nunito ExtraLight" pitchFamily="34" charset="-122"/>
                <a:cs typeface="Nunito ExtraLight" pitchFamily="34" charset="-120"/>
              </a:rPr>
              <a:t>STUDI KASUS HUKUM</a:t>
            </a:r>
            <a:endParaRPr lang="en-US" sz="1350" dirty="0"/>
          </a:p>
        </p:txBody>
      </p:sp>
      <p:sp>
        <p:nvSpPr>
          <p:cNvPr id="14" name="Text 12"/>
          <p:cNvSpPr/>
          <p:nvPr/>
        </p:nvSpPr>
        <p:spPr>
          <a:xfrm>
            <a:off x="5882580" y="1026319"/>
            <a:ext cx="76200" cy="76200"/>
          </a:xfrm>
          <a:prstGeom prst="roundRect">
            <a:avLst>
              <a:gd name="adj" fmla="val 100000"/>
            </a:avLst>
          </a:prstGeom>
          <a:solidFill>
            <a:srgbClr val="CDEE9E"/>
          </a:solidFill>
          <a:ln/>
        </p:spPr>
        <p:txBody>
          <a:bodyPr wrap="square" rtlCol="0" anchor="ctr"/>
          <a:lstStyle/>
          <a:p>
            <a:pPr marL="0" indent="0">
              <a:buNone/>
            </a:pPr>
            <a:endParaRPr lang="en-US" dirty="0"/>
          </a:p>
        </p:txBody>
      </p:sp>
      <p:sp>
        <p:nvSpPr>
          <p:cNvPr id="15" name="Text 13"/>
          <p:cNvSpPr/>
          <p:nvPr/>
        </p:nvSpPr>
        <p:spPr>
          <a:xfrm>
            <a:off x="6112148" y="969169"/>
            <a:ext cx="3858768" cy="219456"/>
          </a:xfrm>
          <a:prstGeom prst="rect">
            <a:avLst/>
          </a:prstGeom>
          <a:noFill/>
          <a:ln/>
        </p:spPr>
        <p:txBody>
          <a:bodyPr vert="horz" wrap="none" lIns="0" tIns="0" rIns="0" bIns="0" rtlCol="0" anchor="t">
            <a:normAutofit/>
          </a:bodyPr>
          <a:lstStyle/>
          <a:p>
            <a:pPr marL="0" indent="0" algn="l">
              <a:lnSpc>
                <a:spcPts val="1500"/>
              </a:lnSpc>
              <a:buNone/>
            </a:pPr>
            <a:r>
              <a:rPr lang="en-US" sz="1050" b="1" kern="0" spc="200" dirty="0">
                <a:solidFill>
                  <a:srgbClr val="CDEE9E"/>
                </a:solidFill>
                <a:latin typeface="Nunito ExtraLight" pitchFamily="34" charset="0"/>
                <a:ea typeface="Nunito ExtraLight" pitchFamily="34" charset="-122"/>
                <a:cs typeface="Nunito ExtraLight" pitchFamily="34" charset="-120"/>
              </a:rPr>
              <a:t>YURISPRUDENSI &amp; PERLINDUNGAN HUKUM</a:t>
            </a:r>
            <a:endParaRPr lang="en-US" sz="1050" dirty="0"/>
          </a:p>
        </p:txBody>
      </p:sp>
      <p:sp>
        <p:nvSpPr>
          <p:cNvPr id="16" name="Text 14"/>
          <p:cNvSpPr/>
          <p:nvPr/>
        </p:nvSpPr>
        <p:spPr>
          <a:xfrm>
            <a:off x="5882580" y="1616869"/>
            <a:ext cx="5547271" cy="1271588"/>
          </a:xfrm>
          <a:prstGeom prst="rect">
            <a:avLst/>
          </a:prstGeom>
          <a:solidFill>
            <a:srgbClr val="FFFFFF">
              <a:alpha val="5000"/>
            </a:srgbClr>
          </a:solidFill>
          <a:ln/>
        </p:spPr>
        <p:txBody>
          <a:bodyPr wrap="square" rtlCol="0" anchor="ctr"/>
          <a:lstStyle/>
          <a:p>
            <a:pPr marL="0" indent="0">
              <a:buNone/>
            </a:pPr>
            <a:endParaRPr lang="en-US" dirty="0"/>
          </a:p>
        </p:txBody>
      </p:sp>
      <p:sp>
        <p:nvSpPr>
          <p:cNvPr id="17" name="Shape 15"/>
          <p:cNvSpPr/>
          <p:nvPr/>
        </p:nvSpPr>
        <p:spPr>
          <a:xfrm>
            <a:off x="5882580" y="1616869"/>
            <a:ext cx="0" cy="1271588"/>
          </a:xfrm>
          <a:prstGeom prst="line">
            <a:avLst/>
          </a:prstGeom>
          <a:noFill/>
          <a:ln w="38100">
            <a:solidFill>
              <a:srgbClr val="CDEE9E"/>
            </a:solidFill>
            <a:prstDash val="solid"/>
          </a:ln>
        </p:spPr>
      </p:sp>
      <p:pic>
        <p:nvPicPr>
          <p:cNvPr id="18" name="Image 0" descr="image.png"/>
          <p:cNvPicPr>
            <a:picLocks noChangeAspect="1"/>
          </p:cNvPicPr>
          <p:nvPr/>
        </p:nvPicPr>
        <p:blipFill>
          <a:blip r:embed="rId3"/>
          <a:srcRect/>
          <a:stretch/>
        </p:blipFill>
        <p:spPr>
          <a:xfrm>
            <a:off x="6149280" y="1845469"/>
            <a:ext cx="228600" cy="304800"/>
          </a:xfrm>
          <a:prstGeom prst="rect">
            <a:avLst/>
          </a:prstGeom>
        </p:spPr>
      </p:pic>
      <p:sp>
        <p:nvSpPr>
          <p:cNvPr id="19" name="Text 16"/>
          <p:cNvSpPr/>
          <p:nvPr/>
        </p:nvSpPr>
        <p:spPr>
          <a:xfrm>
            <a:off x="6568380" y="1864519"/>
            <a:ext cx="2066544" cy="301752"/>
          </a:xfrm>
          <a:prstGeom prst="rect">
            <a:avLst/>
          </a:prstGeom>
          <a:noFill/>
          <a:ln/>
        </p:spPr>
        <p:txBody>
          <a:bodyPr vert="horz" wrap="none" lIns="0" tIns="0" rIns="0" bIns="0" rtlCol="0" anchor="t">
            <a:normAutofit/>
          </a:bodyPr>
          <a:lstStyle/>
          <a:p>
            <a:pPr marL="0" indent="0" algn="l">
              <a:lnSpc>
                <a:spcPts val="2100"/>
              </a:lnSpc>
              <a:buNone/>
            </a:pPr>
            <a:r>
              <a:rPr lang="en-US" sz="1500" b="1" dirty="0">
                <a:solidFill>
                  <a:srgbClr val="FFFFFF"/>
                </a:solidFill>
                <a:latin typeface="Pacifico" pitchFamily="34" charset="0"/>
                <a:ea typeface="Pacifico" pitchFamily="34" charset="-122"/>
                <a:cs typeface="Pacifico" pitchFamily="34" charset="-120"/>
              </a:rPr>
              <a:t>Analisis Cybersquatting</a:t>
            </a:r>
            <a:endParaRPr lang="en-US" sz="1500" dirty="0"/>
          </a:p>
        </p:txBody>
      </p:sp>
      <p:sp>
        <p:nvSpPr>
          <p:cNvPr id="20" name="Text 17"/>
          <p:cNvSpPr/>
          <p:nvPr/>
        </p:nvSpPr>
        <p:spPr>
          <a:xfrm>
            <a:off x="6570241" y="2224088"/>
            <a:ext cx="4663440" cy="438912"/>
          </a:xfrm>
          <a:prstGeom prst="rect">
            <a:avLst/>
          </a:prstGeom>
          <a:noFill/>
          <a:ln/>
        </p:spPr>
        <p:txBody>
          <a:bodyPr vert="horz" wrap="square" lIns="0" tIns="0" rIns="0" bIns="0" rtlCol="0" anchor="t"/>
          <a:lstStyle/>
          <a:p>
            <a:pPr marL="0" indent="0" algn="l">
              <a:lnSpc>
                <a:spcPts val="1706"/>
              </a:lnSpc>
              <a:buNone/>
            </a:pPr>
            <a:r>
              <a:rPr lang="en-US" sz="1050" dirty="0">
                <a:solidFill>
                  <a:srgbClr val="D1D5DB">
                    <a:alpha val="80000"/>
                  </a:srgbClr>
                </a:solidFill>
                <a:latin typeface="Nunito ExtraLight" pitchFamily="34" charset="0"/>
                <a:ea typeface="Nunito ExtraLight" pitchFamily="34" charset="-122"/>
                <a:cs typeface="Nunito ExtraLight" pitchFamily="34" charset="-120"/>
              </a:rPr>
              <a:t>Penyerobotan domain populer oleh pihak ketiga demi keuntungan ilegal dan eksploitasi reputasi merek terkenal secara global.</a:t>
            </a:r>
            <a:endParaRPr lang="en-US" sz="1050" dirty="0"/>
          </a:p>
        </p:txBody>
      </p:sp>
      <p:sp>
        <p:nvSpPr>
          <p:cNvPr id="21" name="Text 18"/>
          <p:cNvSpPr/>
          <p:nvPr/>
        </p:nvSpPr>
        <p:spPr>
          <a:xfrm>
            <a:off x="5882580" y="3117056"/>
            <a:ext cx="5547271" cy="1271588"/>
          </a:xfrm>
          <a:prstGeom prst="rect">
            <a:avLst/>
          </a:prstGeom>
          <a:solidFill>
            <a:srgbClr val="FFFFFF">
              <a:alpha val="5000"/>
            </a:srgbClr>
          </a:solidFill>
          <a:ln/>
        </p:spPr>
        <p:txBody>
          <a:bodyPr wrap="square" rtlCol="0" anchor="ctr"/>
          <a:lstStyle/>
          <a:p>
            <a:pPr marL="0" indent="0">
              <a:buNone/>
            </a:pPr>
            <a:endParaRPr lang="en-US" dirty="0"/>
          </a:p>
        </p:txBody>
      </p:sp>
      <p:sp>
        <p:nvSpPr>
          <p:cNvPr id="22" name="Shape 19"/>
          <p:cNvSpPr/>
          <p:nvPr/>
        </p:nvSpPr>
        <p:spPr>
          <a:xfrm>
            <a:off x="5882580" y="3117056"/>
            <a:ext cx="0" cy="1271587"/>
          </a:xfrm>
          <a:prstGeom prst="line">
            <a:avLst/>
          </a:prstGeom>
          <a:noFill/>
          <a:ln w="38100">
            <a:solidFill>
              <a:srgbClr val="CDEE9E"/>
            </a:solidFill>
            <a:prstDash val="solid"/>
          </a:ln>
        </p:spPr>
      </p:sp>
      <p:pic>
        <p:nvPicPr>
          <p:cNvPr id="23" name="Image 1" descr="image.png"/>
          <p:cNvPicPr>
            <a:picLocks noChangeAspect="1"/>
          </p:cNvPicPr>
          <p:nvPr/>
        </p:nvPicPr>
        <p:blipFill>
          <a:blip r:embed="rId4"/>
          <a:srcRect/>
          <a:stretch/>
        </p:blipFill>
        <p:spPr>
          <a:xfrm>
            <a:off x="6149280" y="3345656"/>
            <a:ext cx="285750" cy="304800"/>
          </a:xfrm>
          <a:prstGeom prst="rect">
            <a:avLst/>
          </a:prstGeom>
        </p:spPr>
      </p:pic>
      <p:sp>
        <p:nvSpPr>
          <p:cNvPr id="24" name="Text 20"/>
          <p:cNvSpPr/>
          <p:nvPr/>
        </p:nvSpPr>
        <p:spPr>
          <a:xfrm>
            <a:off x="6625530" y="3364706"/>
            <a:ext cx="1591056" cy="301752"/>
          </a:xfrm>
          <a:prstGeom prst="rect">
            <a:avLst/>
          </a:prstGeom>
          <a:noFill/>
          <a:ln/>
        </p:spPr>
        <p:txBody>
          <a:bodyPr vert="horz" wrap="none" lIns="0" tIns="0" rIns="0" bIns="0" rtlCol="0" anchor="t">
            <a:normAutofit/>
          </a:bodyPr>
          <a:lstStyle/>
          <a:p>
            <a:pPr marL="0" indent="0" algn="l">
              <a:lnSpc>
                <a:spcPts val="2100"/>
              </a:lnSpc>
              <a:buNone/>
            </a:pPr>
            <a:r>
              <a:rPr lang="en-US" sz="1500" b="1" dirty="0">
                <a:solidFill>
                  <a:srgbClr val="FFFFFF"/>
                </a:solidFill>
                <a:latin typeface="Pacifico" pitchFamily="34" charset="0"/>
                <a:ea typeface="Pacifico" pitchFamily="34" charset="-122"/>
                <a:cs typeface="Pacifico" pitchFamily="34" charset="-120"/>
              </a:rPr>
              <a:t>Itikad Tidak Baik</a:t>
            </a:r>
            <a:endParaRPr lang="en-US" sz="1500" dirty="0"/>
          </a:p>
        </p:txBody>
      </p:sp>
      <p:sp>
        <p:nvSpPr>
          <p:cNvPr id="25" name="Text 21"/>
          <p:cNvSpPr/>
          <p:nvPr/>
        </p:nvSpPr>
        <p:spPr>
          <a:xfrm>
            <a:off x="6570241" y="3724275"/>
            <a:ext cx="4663440" cy="438912"/>
          </a:xfrm>
          <a:prstGeom prst="rect">
            <a:avLst/>
          </a:prstGeom>
          <a:noFill/>
          <a:ln/>
        </p:spPr>
        <p:txBody>
          <a:bodyPr vert="horz" wrap="square" lIns="0" tIns="0" rIns="0" bIns="0" rtlCol="0" anchor="t"/>
          <a:lstStyle/>
          <a:p>
            <a:pPr marL="0" indent="0" algn="l">
              <a:lnSpc>
                <a:spcPts val="1706"/>
              </a:lnSpc>
              <a:buNone/>
            </a:pPr>
            <a:r>
              <a:rPr lang="en-US" sz="1050" dirty="0">
                <a:solidFill>
                  <a:srgbClr val="D1D5DB">
                    <a:alpha val="80000"/>
                  </a:srgbClr>
                </a:solidFill>
                <a:latin typeface="Nunito ExtraLight" pitchFamily="34" charset="0"/>
                <a:ea typeface="Nunito ExtraLight" pitchFamily="34" charset="-122"/>
                <a:cs typeface="Nunito ExtraLight" pitchFamily="34" charset="-120"/>
              </a:rPr>
              <a:t>Kriteria pendaftaran yang meniru merek terkenal atau menghalangi kompetitor berdasarkan standar yurisprudensi di Indonesia.</a:t>
            </a:r>
            <a:endParaRPr lang="en-US" sz="1050" dirty="0"/>
          </a:p>
        </p:txBody>
      </p:sp>
      <p:sp>
        <p:nvSpPr>
          <p:cNvPr id="26" name="Text 22"/>
          <p:cNvSpPr/>
          <p:nvPr/>
        </p:nvSpPr>
        <p:spPr>
          <a:xfrm>
            <a:off x="5882580" y="4617244"/>
            <a:ext cx="5547271" cy="1271588"/>
          </a:xfrm>
          <a:prstGeom prst="rect">
            <a:avLst/>
          </a:prstGeom>
          <a:solidFill>
            <a:srgbClr val="FFFFFF">
              <a:alpha val="5000"/>
            </a:srgbClr>
          </a:solidFill>
          <a:ln/>
        </p:spPr>
        <p:txBody>
          <a:bodyPr wrap="square" rtlCol="0" anchor="ctr"/>
          <a:lstStyle/>
          <a:p>
            <a:pPr marL="0" indent="0">
              <a:buNone/>
            </a:pPr>
            <a:endParaRPr lang="en-US" dirty="0"/>
          </a:p>
        </p:txBody>
      </p:sp>
      <p:sp>
        <p:nvSpPr>
          <p:cNvPr id="27" name="Shape 23"/>
          <p:cNvSpPr/>
          <p:nvPr/>
        </p:nvSpPr>
        <p:spPr>
          <a:xfrm>
            <a:off x="5882580" y="4617244"/>
            <a:ext cx="0" cy="1271588"/>
          </a:xfrm>
          <a:prstGeom prst="line">
            <a:avLst/>
          </a:prstGeom>
          <a:noFill/>
          <a:ln w="38100">
            <a:solidFill>
              <a:srgbClr val="CDEE9E"/>
            </a:solidFill>
            <a:prstDash val="solid"/>
          </a:ln>
        </p:spPr>
      </p:sp>
      <p:pic>
        <p:nvPicPr>
          <p:cNvPr id="28" name="Image 2" descr="image.png"/>
          <p:cNvPicPr>
            <a:picLocks noChangeAspect="1"/>
          </p:cNvPicPr>
          <p:nvPr/>
        </p:nvPicPr>
        <p:blipFill>
          <a:blip r:embed="rId5"/>
          <a:srcRect/>
          <a:stretch/>
        </p:blipFill>
        <p:spPr>
          <a:xfrm>
            <a:off x="6149280" y="4845844"/>
            <a:ext cx="228600" cy="304800"/>
          </a:xfrm>
          <a:prstGeom prst="rect">
            <a:avLst/>
          </a:prstGeom>
        </p:spPr>
      </p:pic>
      <p:sp>
        <p:nvSpPr>
          <p:cNvPr id="29" name="Text 24"/>
          <p:cNvSpPr/>
          <p:nvPr/>
        </p:nvSpPr>
        <p:spPr>
          <a:xfrm>
            <a:off x="6568380" y="4864894"/>
            <a:ext cx="1965960" cy="301752"/>
          </a:xfrm>
          <a:prstGeom prst="rect">
            <a:avLst/>
          </a:prstGeom>
          <a:noFill/>
          <a:ln/>
        </p:spPr>
        <p:txBody>
          <a:bodyPr vert="horz" wrap="none" lIns="0" tIns="0" rIns="0" bIns="0" rtlCol="0" anchor="t">
            <a:normAutofit/>
          </a:bodyPr>
          <a:lstStyle/>
          <a:p>
            <a:pPr marL="0" indent="0" algn="l">
              <a:lnSpc>
                <a:spcPts val="2100"/>
              </a:lnSpc>
              <a:buNone/>
            </a:pPr>
            <a:r>
              <a:rPr lang="en-US" sz="1500" b="1" dirty="0">
                <a:solidFill>
                  <a:srgbClr val="FFFFFF"/>
                </a:solidFill>
                <a:latin typeface="Pacifico" pitchFamily="34" charset="0"/>
                <a:ea typeface="Pacifico" pitchFamily="34" charset="-122"/>
                <a:cs typeface="Pacifico" pitchFamily="34" charset="-120"/>
              </a:rPr>
              <a:t>Mitigasi &amp; Penegakan</a:t>
            </a:r>
            <a:endParaRPr lang="en-US" sz="1500" dirty="0"/>
          </a:p>
        </p:txBody>
      </p:sp>
      <p:sp>
        <p:nvSpPr>
          <p:cNvPr id="30" name="Text 25"/>
          <p:cNvSpPr/>
          <p:nvPr/>
        </p:nvSpPr>
        <p:spPr>
          <a:xfrm>
            <a:off x="6570241" y="5224463"/>
            <a:ext cx="4663440" cy="438912"/>
          </a:xfrm>
          <a:prstGeom prst="rect">
            <a:avLst/>
          </a:prstGeom>
          <a:noFill/>
          <a:ln/>
        </p:spPr>
        <p:txBody>
          <a:bodyPr vert="horz" wrap="square" lIns="0" tIns="0" rIns="0" bIns="0" rtlCol="0" anchor="t"/>
          <a:lstStyle/>
          <a:p>
            <a:pPr marL="0" indent="0" algn="l">
              <a:lnSpc>
                <a:spcPts val="1706"/>
              </a:lnSpc>
              <a:buNone/>
            </a:pPr>
            <a:r>
              <a:rPr lang="en-US" sz="1050" dirty="0">
                <a:solidFill>
                  <a:srgbClr val="D1D5DB">
                    <a:alpha val="80000"/>
                  </a:srgbClr>
                </a:solidFill>
                <a:latin typeface="Nunito ExtraLight" pitchFamily="34" charset="0"/>
                <a:ea typeface="Nunito ExtraLight" pitchFamily="34" charset="-122"/>
                <a:cs typeface="Nunito ExtraLight" pitchFamily="34" charset="-120"/>
              </a:rPr>
              <a:t>Pentingnya langkah preventif dan penegakan hukum tegas terhadap pendaftaran yang membonceng ketenaran pihak lain.</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2000" y="0"/>
            <a:ext cx="3810000" cy="3810000"/>
          </a:xfrm>
          <a:prstGeom prst="rect">
            <a:avLst/>
          </a:prstGeom>
          <a:solidFill>
            <a:srgbClr val="CDEE9E">
              <a:alpha val="20000"/>
            </a:srgbClr>
          </a:solidFill>
          <a:ln/>
        </p:spPr>
        <p:txBody>
          <a:bodyPr wrap="square" rtlCol="0" anchor="ctr"/>
          <a:lstStyle/>
          <a:p>
            <a:pPr marL="0" indent="0">
              <a:buNone/>
            </a:pPr>
            <a:endParaRPr lang="en-US" dirty="0"/>
          </a:p>
        </p:txBody>
      </p:sp>
      <p:sp>
        <p:nvSpPr>
          <p:cNvPr id="3" name="Text 1"/>
          <p:cNvSpPr/>
          <p:nvPr/>
        </p:nvSpPr>
        <p:spPr>
          <a:xfrm>
            <a:off x="0" y="0"/>
            <a:ext cx="12192000" cy="6858000"/>
          </a:xfrm>
          <a:prstGeom prst="rect">
            <a:avLst/>
          </a:prstGeom>
          <a:solidFill>
            <a:srgbClr val="FFFFFF"/>
          </a:solidFill>
          <a:ln/>
        </p:spPr>
        <p:txBody>
          <a:bodyPr wrap="square" rtlCol="0" anchor="ctr"/>
          <a:lstStyle/>
          <a:p>
            <a:pPr marL="0" indent="0">
              <a:buNone/>
            </a:pPr>
            <a:endParaRPr lang="en-US" dirty="0"/>
          </a:p>
        </p:txBody>
      </p:sp>
      <p:sp>
        <p:nvSpPr>
          <p:cNvPr id="4" name="Text 2"/>
          <p:cNvSpPr/>
          <p:nvPr/>
        </p:nvSpPr>
        <p:spPr>
          <a:xfrm>
            <a:off x="607740" y="457200"/>
            <a:ext cx="1335024" cy="301752"/>
          </a:xfrm>
          <a:prstGeom prst="rect">
            <a:avLst/>
          </a:prstGeom>
          <a:noFill/>
          <a:ln/>
        </p:spPr>
        <p:txBody>
          <a:bodyPr vert="horz" wrap="none" lIns="0" tIns="0" rIns="0" bIns="0" rtlCol="0" anchor="t">
            <a:normAutofit/>
          </a:bodyPr>
          <a:lstStyle/>
          <a:p>
            <a:pPr marL="0" indent="0" algn="l">
              <a:lnSpc>
                <a:spcPts val="2100"/>
              </a:lnSpc>
              <a:buNone/>
            </a:pPr>
            <a:r>
              <a:rPr lang="en-US" sz="1500" b="1" kern="0" spc="180" dirty="0">
                <a:solidFill>
                  <a:srgbClr val="3C3A32"/>
                </a:solidFill>
                <a:latin typeface="Nunito ExtraLight" pitchFamily="34" charset="0"/>
                <a:ea typeface="Nunito ExtraLight" pitchFamily="34" charset="-122"/>
                <a:cs typeface="Nunito ExtraLight" pitchFamily="34" charset="-120"/>
              </a:rPr>
              <a:t>LEGALITAS</a:t>
            </a:r>
            <a:endParaRPr lang="en-US" sz="1500" dirty="0"/>
          </a:p>
        </p:txBody>
      </p:sp>
      <p:sp>
        <p:nvSpPr>
          <p:cNvPr id="5" name="Text 3"/>
          <p:cNvSpPr/>
          <p:nvPr/>
        </p:nvSpPr>
        <p:spPr>
          <a:xfrm>
            <a:off x="1977479" y="514350"/>
            <a:ext cx="9525" cy="152400"/>
          </a:xfrm>
          <a:prstGeom prst="rect">
            <a:avLst/>
          </a:prstGeom>
          <a:solidFill>
            <a:srgbClr val="3C3A32">
              <a:alpha val="30000"/>
            </a:srgbClr>
          </a:solidFill>
          <a:ln/>
        </p:spPr>
        <p:txBody>
          <a:bodyPr wrap="square" rtlCol="0" anchor="ctr"/>
          <a:lstStyle/>
          <a:p>
            <a:pPr marL="0" indent="0">
              <a:buNone/>
            </a:pPr>
            <a:endParaRPr lang="en-US" dirty="0"/>
          </a:p>
        </p:txBody>
      </p:sp>
      <p:sp>
        <p:nvSpPr>
          <p:cNvPr id="6" name="Text 4"/>
          <p:cNvSpPr/>
          <p:nvPr/>
        </p:nvSpPr>
        <p:spPr>
          <a:xfrm>
            <a:off x="2100411" y="457200"/>
            <a:ext cx="1307592" cy="301752"/>
          </a:xfrm>
          <a:prstGeom prst="rect">
            <a:avLst/>
          </a:prstGeom>
          <a:noFill/>
          <a:ln/>
        </p:spPr>
        <p:txBody>
          <a:bodyPr vert="horz" wrap="none" lIns="0" tIns="0" rIns="0" bIns="0" rtlCol="0" anchor="t">
            <a:normAutofit/>
          </a:bodyPr>
          <a:lstStyle/>
          <a:p>
            <a:pPr marL="0" indent="0" algn="l">
              <a:lnSpc>
                <a:spcPts val="2100"/>
              </a:lnSpc>
              <a:buNone/>
            </a:pPr>
            <a:r>
              <a:rPr lang="en-US" sz="1350" kern="0" spc="130" dirty="0">
                <a:solidFill>
                  <a:srgbClr val="3C3A32">
                    <a:alpha val="80000"/>
                  </a:srgbClr>
                </a:solidFill>
                <a:latin typeface="Nunito ExtraLight" pitchFamily="34" charset="0"/>
                <a:ea typeface="Nunito ExtraLight" pitchFamily="34" charset="-122"/>
                <a:cs typeface="Nunito ExtraLight" pitchFamily="34" charset="-120"/>
              </a:rPr>
              <a:t>DIGITAL ERA</a:t>
            </a:r>
            <a:endParaRPr lang="en-US" sz="1350" dirty="0"/>
          </a:p>
        </p:txBody>
      </p:sp>
      <p:sp>
        <p:nvSpPr>
          <p:cNvPr id="7" name="Text 5"/>
          <p:cNvSpPr/>
          <p:nvPr/>
        </p:nvSpPr>
        <p:spPr>
          <a:xfrm>
            <a:off x="609600" y="1028700"/>
            <a:ext cx="609600" cy="38100"/>
          </a:xfrm>
          <a:prstGeom prst="rect">
            <a:avLst/>
          </a:prstGeom>
          <a:solidFill>
            <a:srgbClr val="CDEE9E"/>
          </a:solidFill>
          <a:ln/>
        </p:spPr>
        <p:txBody>
          <a:bodyPr wrap="square" rtlCol="0" anchor="ctr"/>
          <a:lstStyle/>
          <a:p>
            <a:pPr marL="0" indent="0">
              <a:buNone/>
            </a:pPr>
            <a:endParaRPr lang="en-US" dirty="0"/>
          </a:p>
        </p:txBody>
      </p:sp>
      <p:sp>
        <p:nvSpPr>
          <p:cNvPr id="8" name="Text 6"/>
          <p:cNvSpPr/>
          <p:nvPr/>
        </p:nvSpPr>
        <p:spPr>
          <a:xfrm>
            <a:off x="609600" y="1218009"/>
            <a:ext cx="11119104" cy="1280160"/>
          </a:xfrm>
          <a:prstGeom prst="rect">
            <a:avLst/>
          </a:prstGeom>
          <a:noFill/>
          <a:ln/>
        </p:spPr>
        <p:txBody>
          <a:bodyPr vert="horz" wrap="square" lIns="0" tIns="0" rIns="0" bIns="0" rtlCol="0" anchor="t"/>
          <a:lstStyle/>
          <a:p>
            <a:pPr marL="0" indent="0" algn="l">
              <a:lnSpc>
                <a:spcPts val="5016"/>
              </a:lnSpc>
              <a:buNone/>
            </a:pPr>
            <a:r>
              <a:rPr lang="en-US" sz="4560" dirty="0">
                <a:solidFill>
                  <a:srgbClr val="3C3A32"/>
                </a:solidFill>
                <a:latin typeface="Pacifico" pitchFamily="34" charset="0"/>
                <a:ea typeface="Pacifico" pitchFamily="34" charset="-122"/>
                <a:cs typeface="Pacifico" pitchFamily="34" charset="-120"/>
              </a:rPr>
              <a:t>Putusan Pengadilan </a:t>
            </a:r>
            <a:r>
              <a:rPr lang="en-US" sz="4560" dirty="0">
                <a:solidFill>
                  <a:srgbClr val="CDEE9E"/>
                </a:solidFill>
                <a:latin typeface="Pacifico" pitchFamily="34" charset="0"/>
                <a:ea typeface="Pacifico" pitchFamily="34" charset="-122"/>
                <a:cs typeface="Pacifico" pitchFamily="34" charset="-120"/>
              </a:rPr>
              <a:t>dan Pelajaran Berharga.</a:t>
            </a:r>
            <a:endParaRPr lang="en-US" sz="4560" dirty="0"/>
          </a:p>
        </p:txBody>
      </p:sp>
      <p:sp>
        <p:nvSpPr>
          <p:cNvPr id="9" name="Text 7"/>
          <p:cNvSpPr/>
          <p:nvPr/>
        </p:nvSpPr>
        <p:spPr>
          <a:xfrm>
            <a:off x="609600" y="2874169"/>
            <a:ext cx="3505200" cy="2659112"/>
          </a:xfrm>
          <a:prstGeom prst="roundRect">
            <a:avLst>
              <a:gd name="adj" fmla="val 4298"/>
            </a:avLst>
          </a:prstGeom>
          <a:solidFill>
            <a:srgbClr val="F8F9F5"/>
          </a:solidFill>
          <a:ln w="9525">
            <a:solidFill>
              <a:srgbClr val="F3F4F6"/>
            </a:solidFill>
          </a:ln>
        </p:spPr>
        <p:txBody>
          <a:bodyPr wrap="square" rtlCol="0" anchor="ctr"/>
          <a:lstStyle/>
          <a:p>
            <a:pPr marL="0" indent="0">
              <a:buNone/>
            </a:pPr>
            <a:endParaRPr lang="en-US" dirty="0"/>
          </a:p>
        </p:txBody>
      </p:sp>
      <p:sp>
        <p:nvSpPr>
          <p:cNvPr id="10" name="Shape 8"/>
          <p:cNvSpPr/>
          <p:nvPr/>
        </p:nvSpPr>
        <p:spPr>
          <a:xfrm>
            <a:off x="923925" y="3502819"/>
            <a:ext cx="1219200" cy="0"/>
          </a:xfrm>
          <a:prstGeom prst="line">
            <a:avLst/>
          </a:prstGeom>
          <a:noFill/>
          <a:ln w="19050">
            <a:solidFill>
              <a:srgbClr val="E5E7EB"/>
            </a:solidFill>
            <a:prstDash val="solid"/>
          </a:ln>
        </p:spPr>
      </p:sp>
      <p:sp>
        <p:nvSpPr>
          <p:cNvPr id="11" name="Text 9"/>
          <p:cNvSpPr/>
          <p:nvPr/>
        </p:nvSpPr>
        <p:spPr>
          <a:xfrm>
            <a:off x="923925" y="3188494"/>
            <a:ext cx="1298448" cy="301752"/>
          </a:xfrm>
          <a:prstGeom prst="rect">
            <a:avLst/>
          </a:prstGeom>
          <a:noFill/>
          <a:ln/>
        </p:spPr>
        <p:txBody>
          <a:bodyPr vert="horz" wrap="none" lIns="0" tIns="0" rIns="0" bIns="0" rtlCol="0" anchor="t">
            <a:normAutofit/>
          </a:bodyPr>
          <a:lstStyle/>
          <a:p>
            <a:pPr marL="0" indent="0" algn="l">
              <a:lnSpc>
                <a:spcPts val="2100"/>
              </a:lnSpc>
              <a:buNone/>
            </a:pPr>
            <a:r>
              <a:rPr lang="en-US" sz="1500" dirty="0">
                <a:solidFill>
                  <a:srgbClr val="3C3A32"/>
                </a:solidFill>
                <a:latin typeface="Pacifico" pitchFamily="34" charset="0"/>
                <a:ea typeface="Pacifico" pitchFamily="34" charset="-122"/>
                <a:cs typeface="Pacifico" pitchFamily="34" charset="-120"/>
              </a:rPr>
              <a:t>Hasil Putusan</a:t>
            </a:r>
            <a:endParaRPr lang="en-US" sz="1500" dirty="0"/>
          </a:p>
        </p:txBody>
      </p:sp>
      <p:sp>
        <p:nvSpPr>
          <p:cNvPr id="12" name="Text 10"/>
          <p:cNvSpPr/>
          <p:nvPr/>
        </p:nvSpPr>
        <p:spPr>
          <a:xfrm>
            <a:off x="3419475" y="3188494"/>
            <a:ext cx="381000" cy="381000"/>
          </a:xfrm>
          <a:prstGeom prst="roundRect">
            <a:avLst>
              <a:gd name="adj" fmla="val 100000"/>
            </a:avLst>
          </a:prstGeom>
          <a:noFill/>
          <a:ln w="9525">
            <a:solidFill>
              <a:srgbClr val="E5E7EB"/>
            </a:solidFill>
          </a:ln>
        </p:spPr>
        <p:txBody>
          <a:bodyPr wrap="square" rtlCol="0" anchor="ctr"/>
          <a:lstStyle/>
          <a:p>
            <a:pPr marL="0" indent="0">
              <a:buNone/>
            </a:pPr>
            <a:endParaRPr lang="en-US" dirty="0"/>
          </a:p>
        </p:txBody>
      </p:sp>
      <p:sp>
        <p:nvSpPr>
          <p:cNvPr id="13" name="Text 11"/>
          <p:cNvSpPr/>
          <p:nvPr/>
        </p:nvSpPr>
        <p:spPr>
          <a:xfrm>
            <a:off x="3419475" y="3188494"/>
            <a:ext cx="420624" cy="384048"/>
          </a:xfrm>
          <a:prstGeom prst="rect">
            <a:avLst/>
          </a:prstGeom>
          <a:noFill/>
          <a:ln/>
        </p:spPr>
        <p:txBody>
          <a:bodyPr vert="horz" wrap="square" lIns="0" tIns="0" rIns="0" bIns="0" rtlCol="0" anchor="ctr"/>
          <a:lstStyle/>
          <a:p>
            <a:pPr marL="0" indent="0" algn="ctr">
              <a:lnSpc>
                <a:spcPts val="1500"/>
              </a:lnSpc>
              <a:buNone/>
            </a:pPr>
            <a:r>
              <a:rPr lang="en-US" sz="1050" b="1" dirty="0">
                <a:solidFill>
                  <a:srgbClr val="3C3A32"/>
                </a:solidFill>
                <a:latin typeface="Nunito ExtraLight" pitchFamily="34" charset="0"/>
                <a:ea typeface="Nunito ExtraLight" pitchFamily="34" charset="-122"/>
                <a:cs typeface="Nunito ExtraLight" pitchFamily="34" charset="-120"/>
              </a:rPr>
              <a:t>01</a:t>
            </a:r>
            <a:endParaRPr lang="en-US" sz="1050" dirty="0"/>
          </a:p>
        </p:txBody>
      </p:sp>
      <p:sp>
        <p:nvSpPr>
          <p:cNvPr id="14" name="Text 12"/>
          <p:cNvSpPr/>
          <p:nvPr/>
        </p:nvSpPr>
        <p:spPr>
          <a:xfrm>
            <a:off x="925860" y="3798094"/>
            <a:ext cx="1993392" cy="758952"/>
          </a:xfrm>
          <a:prstGeom prst="rect">
            <a:avLst/>
          </a:prstGeom>
          <a:noFill/>
          <a:ln/>
        </p:spPr>
        <p:txBody>
          <a:bodyPr vert="horz" wrap="none" lIns="0" tIns="0" rIns="0" bIns="0" rtlCol="0" anchor="t">
            <a:normAutofit/>
          </a:bodyPr>
          <a:lstStyle/>
          <a:p>
            <a:pPr marL="0" indent="0" algn="l">
              <a:lnSpc>
                <a:spcPts val="5400"/>
              </a:lnSpc>
              <a:buNone/>
            </a:pPr>
            <a:r>
              <a:rPr lang="en-US" sz="3600" b="1" kern="0" spc="-180" dirty="0">
                <a:solidFill>
                  <a:srgbClr val="3C3A32"/>
                </a:solidFill>
                <a:latin typeface="Nunito ExtraLight" pitchFamily="34" charset="0"/>
                <a:ea typeface="Nunito ExtraLight" pitchFamily="34" charset="-122"/>
                <a:cs typeface="Nunito ExtraLight" pitchFamily="34" charset="-120"/>
              </a:rPr>
              <a:t>Bad Faith</a:t>
            </a:r>
            <a:endParaRPr lang="en-US" sz="3600" dirty="0"/>
          </a:p>
        </p:txBody>
      </p:sp>
      <p:sp>
        <p:nvSpPr>
          <p:cNvPr id="15" name="Text 13"/>
          <p:cNvSpPr/>
          <p:nvPr/>
        </p:nvSpPr>
        <p:spPr>
          <a:xfrm>
            <a:off x="923925" y="4637112"/>
            <a:ext cx="2916936" cy="585216"/>
          </a:xfrm>
          <a:prstGeom prst="rect">
            <a:avLst/>
          </a:prstGeom>
          <a:noFill/>
          <a:ln/>
        </p:spPr>
        <p:txBody>
          <a:bodyPr vert="horz" wrap="square" lIns="0" tIns="0" rIns="0" bIns="0" rtlCol="0" anchor="t"/>
          <a:lstStyle/>
          <a:p>
            <a:pPr marL="0" indent="0" algn="l">
              <a:lnSpc>
                <a:spcPts val="1530"/>
              </a:lnSpc>
              <a:buNone/>
            </a:pPr>
            <a:r>
              <a:rPr lang="en-US" sz="1020" dirty="0">
                <a:solidFill>
                  <a:srgbClr val="4B5563"/>
                </a:solidFill>
                <a:latin typeface="Nunito ExtraLight" pitchFamily="34" charset="0"/>
                <a:ea typeface="Nunito ExtraLight" pitchFamily="34" charset="-122"/>
                <a:cs typeface="Nunito ExtraLight" pitchFamily="34" charset="-120"/>
              </a:rPr>
              <a:t>Pengadilan membatalkan merek yang didaftarkan dengan iktikad buruk guna melindungi hak pemilik asli.</a:t>
            </a:r>
            <a:endParaRPr lang="en-US" sz="1020" dirty="0"/>
          </a:p>
        </p:txBody>
      </p:sp>
      <p:sp>
        <p:nvSpPr>
          <p:cNvPr id="16" name="Text 14"/>
          <p:cNvSpPr/>
          <p:nvPr/>
        </p:nvSpPr>
        <p:spPr>
          <a:xfrm>
            <a:off x="4343400" y="2874169"/>
            <a:ext cx="3505200" cy="2659112"/>
          </a:xfrm>
          <a:prstGeom prst="roundRect">
            <a:avLst>
              <a:gd name="adj" fmla="val 4298"/>
            </a:avLst>
          </a:prstGeom>
          <a:solidFill>
            <a:srgbClr val="CDEE9E"/>
          </a:solidFill>
          <a:ln/>
        </p:spPr>
        <p:txBody>
          <a:bodyPr wrap="square" rtlCol="0" anchor="ctr"/>
          <a:lstStyle/>
          <a:p>
            <a:pPr marL="0" indent="0">
              <a:buNone/>
            </a:pPr>
            <a:endParaRPr lang="en-US" dirty="0"/>
          </a:p>
        </p:txBody>
      </p:sp>
      <p:sp>
        <p:nvSpPr>
          <p:cNvPr id="17" name="Shape 15"/>
          <p:cNvSpPr/>
          <p:nvPr/>
        </p:nvSpPr>
        <p:spPr>
          <a:xfrm>
            <a:off x="4648200" y="3493294"/>
            <a:ext cx="1543050" cy="0"/>
          </a:xfrm>
          <a:prstGeom prst="line">
            <a:avLst/>
          </a:prstGeom>
          <a:noFill/>
          <a:ln w="19050">
            <a:solidFill>
              <a:srgbClr val="E5E7EB"/>
            </a:solidFill>
            <a:prstDash val="solid"/>
          </a:ln>
        </p:spPr>
      </p:sp>
      <p:sp>
        <p:nvSpPr>
          <p:cNvPr id="18" name="Text 16"/>
          <p:cNvSpPr/>
          <p:nvPr/>
        </p:nvSpPr>
        <p:spPr>
          <a:xfrm>
            <a:off x="4648200" y="3178969"/>
            <a:ext cx="1627632" cy="301752"/>
          </a:xfrm>
          <a:prstGeom prst="rect">
            <a:avLst/>
          </a:prstGeom>
          <a:noFill/>
          <a:ln/>
        </p:spPr>
        <p:txBody>
          <a:bodyPr vert="horz" wrap="none" lIns="0" tIns="0" rIns="0" bIns="0" rtlCol="0" anchor="t">
            <a:normAutofit/>
          </a:bodyPr>
          <a:lstStyle/>
          <a:p>
            <a:pPr marL="0" indent="0" algn="l">
              <a:lnSpc>
                <a:spcPts val="2100"/>
              </a:lnSpc>
              <a:buNone/>
            </a:pPr>
            <a:r>
              <a:rPr lang="en-US" sz="1500" dirty="0">
                <a:solidFill>
                  <a:srgbClr val="3C3A32"/>
                </a:solidFill>
                <a:latin typeface="Pacifico" pitchFamily="34" charset="0"/>
                <a:ea typeface="Pacifico" pitchFamily="34" charset="-122"/>
                <a:cs typeface="Pacifico" pitchFamily="34" charset="-120"/>
              </a:rPr>
              <a:t>Langkah Preventif</a:t>
            </a:r>
            <a:endParaRPr lang="en-US" sz="1500" dirty="0"/>
          </a:p>
        </p:txBody>
      </p:sp>
      <p:sp>
        <p:nvSpPr>
          <p:cNvPr id="19" name="Text 17"/>
          <p:cNvSpPr/>
          <p:nvPr/>
        </p:nvSpPr>
        <p:spPr>
          <a:xfrm>
            <a:off x="7162800" y="3178969"/>
            <a:ext cx="381000" cy="381000"/>
          </a:xfrm>
          <a:prstGeom prst="roundRect">
            <a:avLst>
              <a:gd name="adj" fmla="val 100000"/>
            </a:avLst>
          </a:prstGeom>
          <a:solidFill>
            <a:srgbClr val="FFFFFF">
              <a:alpha val="20000"/>
            </a:srgbClr>
          </a:solidFill>
          <a:ln w="9525">
            <a:solidFill>
              <a:srgbClr val="E5E7EB"/>
            </a:solidFill>
          </a:ln>
        </p:spPr>
        <p:txBody>
          <a:bodyPr wrap="square" rtlCol="0" anchor="ctr"/>
          <a:lstStyle/>
          <a:p>
            <a:pPr marL="0" indent="0">
              <a:buNone/>
            </a:pPr>
            <a:endParaRPr lang="en-US" dirty="0"/>
          </a:p>
        </p:txBody>
      </p:sp>
      <p:sp>
        <p:nvSpPr>
          <p:cNvPr id="20" name="Text 18"/>
          <p:cNvSpPr/>
          <p:nvPr/>
        </p:nvSpPr>
        <p:spPr>
          <a:xfrm>
            <a:off x="7162800" y="3178969"/>
            <a:ext cx="420624" cy="384048"/>
          </a:xfrm>
          <a:prstGeom prst="rect">
            <a:avLst/>
          </a:prstGeom>
          <a:noFill/>
          <a:ln/>
        </p:spPr>
        <p:txBody>
          <a:bodyPr vert="horz" wrap="square" lIns="0" tIns="0" rIns="0" bIns="0" rtlCol="0" anchor="ctr"/>
          <a:lstStyle/>
          <a:p>
            <a:pPr marL="0" indent="0" algn="ctr">
              <a:lnSpc>
                <a:spcPts val="1500"/>
              </a:lnSpc>
              <a:buNone/>
            </a:pPr>
            <a:r>
              <a:rPr lang="en-US" sz="1050" b="1" dirty="0">
                <a:solidFill>
                  <a:srgbClr val="3C3A32"/>
                </a:solidFill>
                <a:latin typeface="Nunito ExtraLight" pitchFamily="34" charset="0"/>
                <a:ea typeface="Nunito ExtraLight" pitchFamily="34" charset="-122"/>
                <a:cs typeface="Nunito ExtraLight" pitchFamily="34" charset="-120"/>
              </a:rPr>
              <a:t>02</a:t>
            </a:r>
            <a:endParaRPr lang="en-US" sz="1050" dirty="0"/>
          </a:p>
        </p:txBody>
      </p:sp>
      <p:sp>
        <p:nvSpPr>
          <p:cNvPr id="21" name="Text 19"/>
          <p:cNvSpPr/>
          <p:nvPr/>
        </p:nvSpPr>
        <p:spPr>
          <a:xfrm>
            <a:off x="4650135" y="3798094"/>
            <a:ext cx="2907792" cy="758952"/>
          </a:xfrm>
          <a:prstGeom prst="rect">
            <a:avLst/>
          </a:prstGeom>
          <a:noFill/>
          <a:ln/>
        </p:spPr>
        <p:txBody>
          <a:bodyPr vert="horz" wrap="none" lIns="0" tIns="0" rIns="0" bIns="0" rtlCol="0" anchor="t">
            <a:normAutofit/>
          </a:bodyPr>
          <a:lstStyle/>
          <a:p>
            <a:pPr marL="0" indent="0" algn="l">
              <a:lnSpc>
                <a:spcPts val="5400"/>
              </a:lnSpc>
              <a:buNone/>
            </a:pPr>
            <a:r>
              <a:rPr lang="en-US" sz="3600" b="1" kern="0" spc="-180" dirty="0">
                <a:solidFill>
                  <a:srgbClr val="3C3A32"/>
                </a:solidFill>
                <a:latin typeface="Nunito ExtraLight" pitchFamily="34" charset="0"/>
                <a:ea typeface="Nunito ExtraLight" pitchFamily="34" charset="-122"/>
                <a:cs typeface="Nunito ExtraLight" pitchFamily="34" charset="-120"/>
              </a:rPr>
              <a:t>Riset &amp; Daftar</a:t>
            </a:r>
            <a:endParaRPr lang="en-US" sz="3600" dirty="0"/>
          </a:p>
        </p:txBody>
      </p:sp>
      <p:sp>
        <p:nvSpPr>
          <p:cNvPr id="22" name="Text 20"/>
          <p:cNvSpPr/>
          <p:nvPr/>
        </p:nvSpPr>
        <p:spPr>
          <a:xfrm>
            <a:off x="4648200" y="4646637"/>
            <a:ext cx="2935224" cy="585216"/>
          </a:xfrm>
          <a:prstGeom prst="rect">
            <a:avLst/>
          </a:prstGeom>
          <a:noFill/>
          <a:ln/>
        </p:spPr>
        <p:txBody>
          <a:bodyPr vert="horz" wrap="square" lIns="0" tIns="0" rIns="0" bIns="0" rtlCol="0" anchor="t"/>
          <a:lstStyle/>
          <a:p>
            <a:pPr marL="0" indent="0" algn="l">
              <a:lnSpc>
                <a:spcPts val="1530"/>
              </a:lnSpc>
              <a:buNone/>
            </a:pPr>
            <a:r>
              <a:rPr lang="en-US" sz="1020" dirty="0">
                <a:solidFill>
                  <a:srgbClr val="3C3A32">
                    <a:alpha val="90000"/>
                  </a:srgbClr>
                </a:solidFill>
                <a:latin typeface="Nunito ExtraLight" pitchFamily="34" charset="0"/>
                <a:ea typeface="Nunito ExtraLight" pitchFamily="34" charset="-122"/>
                <a:cs typeface="Nunito ExtraLight" pitchFamily="34" charset="-120"/>
              </a:rPr>
              <a:t>Lakukan riset komprehensif dan daftarkan merek segera untuk menghindari potensi sengketa hukum.</a:t>
            </a:r>
            <a:endParaRPr lang="en-US" sz="1020" dirty="0"/>
          </a:p>
        </p:txBody>
      </p:sp>
      <p:sp>
        <p:nvSpPr>
          <p:cNvPr id="23" name="Text 21"/>
          <p:cNvSpPr/>
          <p:nvPr/>
        </p:nvSpPr>
        <p:spPr>
          <a:xfrm>
            <a:off x="8077200" y="2874169"/>
            <a:ext cx="3505200" cy="2659112"/>
          </a:xfrm>
          <a:prstGeom prst="roundRect">
            <a:avLst>
              <a:gd name="adj" fmla="val 4298"/>
            </a:avLst>
          </a:prstGeom>
          <a:solidFill>
            <a:srgbClr val="3C3A32"/>
          </a:solidFill>
          <a:ln/>
        </p:spPr>
        <p:txBody>
          <a:bodyPr wrap="square" rtlCol="0" anchor="ctr"/>
          <a:lstStyle/>
          <a:p>
            <a:pPr marL="0" indent="0">
              <a:buNone/>
            </a:pPr>
            <a:endParaRPr lang="en-US" dirty="0"/>
          </a:p>
        </p:txBody>
      </p:sp>
      <p:sp>
        <p:nvSpPr>
          <p:cNvPr id="24" name="Shape 22"/>
          <p:cNvSpPr/>
          <p:nvPr/>
        </p:nvSpPr>
        <p:spPr>
          <a:xfrm>
            <a:off x="8382000" y="3493294"/>
            <a:ext cx="1581150" cy="0"/>
          </a:xfrm>
          <a:prstGeom prst="line">
            <a:avLst/>
          </a:prstGeom>
          <a:noFill/>
          <a:ln w="19050">
            <a:solidFill>
              <a:srgbClr val="E5E7EB"/>
            </a:solidFill>
            <a:prstDash val="solid"/>
          </a:ln>
        </p:spPr>
      </p:sp>
      <p:sp>
        <p:nvSpPr>
          <p:cNvPr id="25" name="Text 23"/>
          <p:cNvSpPr/>
          <p:nvPr/>
        </p:nvSpPr>
        <p:spPr>
          <a:xfrm>
            <a:off x="8382000" y="3178969"/>
            <a:ext cx="1664208" cy="301752"/>
          </a:xfrm>
          <a:prstGeom prst="rect">
            <a:avLst/>
          </a:prstGeom>
          <a:noFill/>
          <a:ln/>
        </p:spPr>
        <p:txBody>
          <a:bodyPr vert="horz" wrap="none" lIns="0" tIns="0" rIns="0" bIns="0" rtlCol="0" anchor="t">
            <a:normAutofit/>
          </a:bodyPr>
          <a:lstStyle/>
          <a:p>
            <a:pPr marL="0" indent="0" algn="l">
              <a:lnSpc>
                <a:spcPts val="2100"/>
              </a:lnSpc>
              <a:buNone/>
            </a:pPr>
            <a:r>
              <a:rPr lang="en-US" sz="1500" dirty="0">
                <a:solidFill>
                  <a:srgbClr val="FFFFFF"/>
                </a:solidFill>
                <a:latin typeface="Pacifico" pitchFamily="34" charset="0"/>
                <a:ea typeface="Pacifico" pitchFamily="34" charset="-122"/>
                <a:cs typeface="Pacifico" pitchFamily="34" charset="-120"/>
              </a:rPr>
              <a:t>Proteksi Berlanjut</a:t>
            </a:r>
            <a:endParaRPr lang="en-US" sz="1500" dirty="0"/>
          </a:p>
        </p:txBody>
      </p:sp>
      <p:sp>
        <p:nvSpPr>
          <p:cNvPr id="26" name="Text 24"/>
          <p:cNvSpPr/>
          <p:nvPr/>
        </p:nvSpPr>
        <p:spPr>
          <a:xfrm>
            <a:off x="10896600" y="3178969"/>
            <a:ext cx="381000" cy="381000"/>
          </a:xfrm>
          <a:prstGeom prst="roundRect">
            <a:avLst>
              <a:gd name="adj" fmla="val 100000"/>
            </a:avLst>
          </a:prstGeom>
          <a:noFill/>
          <a:ln w="9525">
            <a:solidFill>
              <a:srgbClr val="FFFFFF">
                <a:alpha val="30000"/>
              </a:srgbClr>
            </a:solidFill>
          </a:ln>
        </p:spPr>
        <p:txBody>
          <a:bodyPr wrap="square" rtlCol="0" anchor="ctr"/>
          <a:lstStyle/>
          <a:p>
            <a:pPr marL="0" indent="0">
              <a:buNone/>
            </a:pPr>
            <a:endParaRPr lang="en-US" dirty="0"/>
          </a:p>
        </p:txBody>
      </p:sp>
      <p:sp>
        <p:nvSpPr>
          <p:cNvPr id="27" name="Text 25"/>
          <p:cNvSpPr/>
          <p:nvPr/>
        </p:nvSpPr>
        <p:spPr>
          <a:xfrm>
            <a:off x="10896600" y="3178969"/>
            <a:ext cx="420624" cy="384048"/>
          </a:xfrm>
          <a:prstGeom prst="rect">
            <a:avLst/>
          </a:prstGeom>
          <a:noFill/>
          <a:ln/>
        </p:spPr>
        <p:txBody>
          <a:bodyPr vert="horz" wrap="square" lIns="0" tIns="0" rIns="0" bIns="0" rtlCol="0" anchor="ctr"/>
          <a:lstStyle/>
          <a:p>
            <a:pPr marL="0" indent="0" algn="ctr">
              <a:lnSpc>
                <a:spcPts val="1500"/>
              </a:lnSpc>
              <a:buNone/>
            </a:pPr>
            <a:r>
              <a:rPr lang="en-US" sz="1050" b="1" dirty="0">
                <a:solidFill>
                  <a:srgbClr val="FFFFFF"/>
                </a:solidFill>
                <a:latin typeface="Nunito ExtraLight" pitchFamily="34" charset="0"/>
                <a:ea typeface="Nunito ExtraLight" pitchFamily="34" charset="-122"/>
                <a:cs typeface="Nunito ExtraLight" pitchFamily="34" charset="-120"/>
              </a:rPr>
              <a:t>03</a:t>
            </a:r>
            <a:endParaRPr lang="en-US" sz="1050" dirty="0"/>
          </a:p>
        </p:txBody>
      </p:sp>
      <p:sp>
        <p:nvSpPr>
          <p:cNvPr id="28" name="Text 26"/>
          <p:cNvSpPr/>
          <p:nvPr/>
        </p:nvSpPr>
        <p:spPr>
          <a:xfrm>
            <a:off x="8382967" y="3798094"/>
            <a:ext cx="1673352" cy="758952"/>
          </a:xfrm>
          <a:prstGeom prst="rect">
            <a:avLst/>
          </a:prstGeom>
          <a:noFill/>
          <a:ln/>
        </p:spPr>
        <p:txBody>
          <a:bodyPr vert="horz" wrap="none" lIns="0" tIns="0" rIns="0" bIns="0" rtlCol="0" anchor="t">
            <a:normAutofit/>
          </a:bodyPr>
          <a:lstStyle/>
          <a:p>
            <a:pPr marL="0" indent="0" algn="l">
              <a:lnSpc>
                <a:spcPts val="5400"/>
              </a:lnSpc>
              <a:buNone/>
            </a:pPr>
            <a:r>
              <a:rPr lang="en-US" sz="3600" b="1" kern="0" spc="-180" dirty="0">
                <a:solidFill>
                  <a:srgbClr val="FFFFFF"/>
                </a:solidFill>
                <a:latin typeface="Nunito ExtraLight" pitchFamily="34" charset="0"/>
                <a:ea typeface="Nunito ExtraLight" pitchFamily="34" charset="-122"/>
                <a:cs typeface="Nunito ExtraLight" pitchFamily="34" charset="-120"/>
              </a:rPr>
              <a:t>Monitor</a:t>
            </a:r>
            <a:endParaRPr lang="en-US" sz="3600" dirty="0"/>
          </a:p>
        </p:txBody>
      </p:sp>
      <p:sp>
        <p:nvSpPr>
          <p:cNvPr id="29" name="Text 27"/>
          <p:cNvSpPr/>
          <p:nvPr/>
        </p:nvSpPr>
        <p:spPr>
          <a:xfrm>
            <a:off x="8382000" y="4646637"/>
            <a:ext cx="2935224" cy="585216"/>
          </a:xfrm>
          <a:prstGeom prst="rect">
            <a:avLst/>
          </a:prstGeom>
          <a:noFill/>
          <a:ln/>
        </p:spPr>
        <p:txBody>
          <a:bodyPr vert="horz" wrap="square" lIns="0" tIns="0" rIns="0" bIns="0" rtlCol="0" anchor="t"/>
          <a:lstStyle/>
          <a:p>
            <a:pPr marL="0" indent="0" algn="l">
              <a:lnSpc>
                <a:spcPts val="1530"/>
              </a:lnSpc>
              <a:buNone/>
            </a:pPr>
            <a:r>
              <a:rPr lang="en-US" sz="1020" dirty="0">
                <a:solidFill>
                  <a:srgbClr val="D1D5DB"/>
                </a:solidFill>
                <a:latin typeface="Nunito ExtraLight" pitchFamily="34" charset="0"/>
                <a:ea typeface="Nunito ExtraLight" pitchFamily="34" charset="-122"/>
                <a:cs typeface="Nunito ExtraLight" pitchFamily="34" charset="-120"/>
              </a:rPr>
              <a:t>Pantau pendaftaran merek serupa secara berkala untuk menjaga integritas aset kekayaan intelektual Anda.</a:t>
            </a:r>
            <a:endParaRPr lang="en-US" sz="10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3C3A32"/>
          </a:solidFill>
          <a:ln/>
        </p:spPr>
        <p:txBody>
          <a:bodyPr wrap="square" rtlCol="0" anchor="ctr"/>
          <a:lstStyle/>
          <a:p>
            <a:pPr marL="0" indent="0">
              <a:buNone/>
            </a:pPr>
            <a:endParaRPr lang="en-US" dirty="0"/>
          </a:p>
        </p:txBody>
      </p:sp>
      <p:sp>
        <p:nvSpPr>
          <p:cNvPr id="3" name="Text 1"/>
          <p:cNvSpPr/>
          <p:nvPr/>
        </p:nvSpPr>
        <p:spPr>
          <a:xfrm>
            <a:off x="5120580" y="0"/>
            <a:ext cx="7071271" cy="6858000"/>
          </a:xfrm>
          <a:prstGeom prst="rect">
            <a:avLst/>
          </a:prstGeom>
          <a:solidFill>
            <a:srgbClr val="3C3A32"/>
          </a:solidFill>
          <a:ln/>
        </p:spPr>
        <p:txBody>
          <a:bodyPr wrap="square" rtlCol="0" anchor="ctr"/>
          <a:lstStyle/>
          <a:p>
            <a:pPr marL="0" indent="0">
              <a:buNone/>
            </a:pPr>
            <a:endParaRPr lang="en-US" dirty="0"/>
          </a:p>
        </p:txBody>
      </p:sp>
      <p:sp>
        <p:nvSpPr>
          <p:cNvPr id="4" name="Text 2"/>
          <p:cNvSpPr/>
          <p:nvPr/>
        </p:nvSpPr>
        <p:spPr>
          <a:xfrm>
            <a:off x="5882580" y="1295400"/>
            <a:ext cx="76200" cy="76200"/>
          </a:xfrm>
          <a:prstGeom prst="roundRect">
            <a:avLst>
              <a:gd name="adj" fmla="val 100000"/>
            </a:avLst>
          </a:prstGeom>
          <a:solidFill>
            <a:srgbClr val="CDEE9E"/>
          </a:solidFill>
          <a:ln/>
        </p:spPr>
        <p:txBody>
          <a:bodyPr wrap="square" rtlCol="0" anchor="ctr"/>
          <a:lstStyle/>
          <a:p>
            <a:pPr marL="0" indent="0">
              <a:buNone/>
            </a:pPr>
            <a:endParaRPr lang="en-US" dirty="0"/>
          </a:p>
        </p:txBody>
      </p:sp>
      <p:sp>
        <p:nvSpPr>
          <p:cNvPr id="5" name="Text 3"/>
          <p:cNvSpPr/>
          <p:nvPr/>
        </p:nvSpPr>
        <p:spPr>
          <a:xfrm>
            <a:off x="6112148" y="1238250"/>
            <a:ext cx="3941064" cy="219456"/>
          </a:xfrm>
          <a:prstGeom prst="rect">
            <a:avLst/>
          </a:prstGeom>
          <a:noFill/>
          <a:ln/>
        </p:spPr>
        <p:txBody>
          <a:bodyPr vert="horz" wrap="none" lIns="0" tIns="0" rIns="0" bIns="0" rtlCol="0" anchor="t">
            <a:normAutofit/>
          </a:bodyPr>
          <a:lstStyle/>
          <a:p>
            <a:pPr marL="0" indent="0" algn="l">
              <a:lnSpc>
                <a:spcPts val="1500"/>
              </a:lnSpc>
              <a:buNone/>
            </a:pPr>
            <a:r>
              <a:rPr lang="en-US" sz="1050" b="1" kern="0" spc="200" dirty="0">
                <a:solidFill>
                  <a:srgbClr val="CDEE9E"/>
                </a:solidFill>
                <a:latin typeface="Pacifico" pitchFamily="34" charset="0"/>
                <a:ea typeface="Pacifico" pitchFamily="34" charset="-122"/>
                <a:cs typeface="Pacifico" pitchFamily="34" charset="-120"/>
              </a:rPr>
              <a:t>LANGKAH KONKRET PENGAMANAN IP</a:t>
            </a:r>
            <a:endParaRPr lang="en-US" sz="1050" dirty="0"/>
          </a:p>
        </p:txBody>
      </p:sp>
      <p:sp>
        <p:nvSpPr>
          <p:cNvPr id="6" name="Text 4"/>
          <p:cNvSpPr/>
          <p:nvPr/>
        </p:nvSpPr>
        <p:spPr>
          <a:xfrm>
            <a:off x="5882580" y="1933575"/>
            <a:ext cx="2621161" cy="1666875"/>
          </a:xfrm>
          <a:prstGeom prst="rect">
            <a:avLst/>
          </a:prstGeom>
          <a:solidFill>
            <a:srgbClr val="FFFFFF">
              <a:alpha val="5000"/>
            </a:srgbClr>
          </a:solidFill>
          <a:ln/>
        </p:spPr>
        <p:txBody>
          <a:bodyPr wrap="square" rtlCol="0" anchor="ctr"/>
          <a:lstStyle/>
          <a:p>
            <a:pPr marL="0" indent="0">
              <a:buNone/>
            </a:pPr>
            <a:endParaRPr lang="en-US" dirty="0"/>
          </a:p>
        </p:txBody>
      </p:sp>
      <p:sp>
        <p:nvSpPr>
          <p:cNvPr id="7" name="Shape 5"/>
          <p:cNvSpPr/>
          <p:nvPr/>
        </p:nvSpPr>
        <p:spPr>
          <a:xfrm>
            <a:off x="5882580" y="1933575"/>
            <a:ext cx="0" cy="1666875"/>
          </a:xfrm>
          <a:prstGeom prst="line">
            <a:avLst/>
          </a:prstGeom>
          <a:noFill/>
          <a:ln w="38100">
            <a:solidFill>
              <a:srgbClr val="CDEE9E"/>
            </a:solidFill>
            <a:prstDash val="solid"/>
          </a:ln>
        </p:spPr>
      </p:sp>
      <p:sp>
        <p:nvSpPr>
          <p:cNvPr id="8" name="Text 6"/>
          <p:cNvSpPr/>
          <p:nvPr/>
        </p:nvSpPr>
        <p:spPr>
          <a:xfrm>
            <a:off x="6150173" y="2162175"/>
            <a:ext cx="2212848" cy="301752"/>
          </a:xfrm>
          <a:prstGeom prst="rect">
            <a:avLst/>
          </a:prstGeom>
          <a:noFill/>
          <a:ln/>
        </p:spPr>
        <p:txBody>
          <a:bodyPr vert="horz" wrap="none" lIns="0" tIns="0" rIns="0" bIns="0" rtlCol="0" anchor="t">
            <a:normAutofit/>
          </a:bodyPr>
          <a:lstStyle/>
          <a:p>
            <a:pPr marL="0" indent="0" algn="l">
              <a:lnSpc>
                <a:spcPts val="2100"/>
              </a:lnSpc>
              <a:buNone/>
            </a:pPr>
            <a:r>
              <a:rPr lang="en-US" sz="1350" b="1" i="1" dirty="0">
                <a:solidFill>
                  <a:srgbClr val="FFFFFF"/>
                </a:solidFill>
                <a:latin typeface="Pacifico" pitchFamily="34" charset="0"/>
                <a:ea typeface="Pacifico" pitchFamily="34" charset="-122"/>
                <a:cs typeface="Pacifico" pitchFamily="34" charset="-120"/>
              </a:rPr>
              <a:t>Proteksi Identitas</a:t>
            </a:r>
            <a:endParaRPr lang="en-US" sz="1350" dirty="0"/>
          </a:p>
        </p:txBody>
      </p:sp>
      <p:sp>
        <p:nvSpPr>
          <p:cNvPr id="9" name="Text 7"/>
          <p:cNvSpPr/>
          <p:nvPr/>
        </p:nvSpPr>
        <p:spPr>
          <a:xfrm>
            <a:off x="6150173" y="2505075"/>
            <a:ext cx="2157984" cy="868680"/>
          </a:xfrm>
          <a:prstGeom prst="rect">
            <a:avLst/>
          </a:prstGeom>
          <a:noFill/>
          <a:ln/>
        </p:spPr>
        <p:txBody>
          <a:bodyPr vert="horz" wrap="square" lIns="0" tIns="0" rIns="0" bIns="0" rtlCol="0" anchor="t"/>
          <a:lstStyle/>
          <a:p>
            <a:pPr marL="0" indent="0" algn="l">
              <a:lnSpc>
                <a:spcPts val="1706"/>
              </a:lnSpc>
              <a:buNone/>
            </a:pPr>
            <a:r>
              <a:rPr lang="en-US" sz="1050" dirty="0">
                <a:solidFill>
                  <a:srgbClr val="9CA3AF"/>
                </a:solidFill>
                <a:latin typeface="Nunito ExtraLight" pitchFamily="34" charset="0"/>
                <a:ea typeface="Nunito ExtraLight" pitchFamily="34" charset="-122"/>
                <a:cs typeface="Nunito ExtraLight" pitchFamily="34" charset="-120"/>
              </a:rPr>
              <a:t>Gunakan e-Merek dan NDA ketat untuk menjaga aset internal dari ancaman insider secara menyeluruh.</a:t>
            </a:r>
            <a:endParaRPr lang="en-US" sz="1050" dirty="0"/>
          </a:p>
        </p:txBody>
      </p:sp>
      <p:sp>
        <p:nvSpPr>
          <p:cNvPr id="10" name="Text 8"/>
          <p:cNvSpPr/>
          <p:nvPr/>
        </p:nvSpPr>
        <p:spPr>
          <a:xfrm>
            <a:off x="5882580" y="3829050"/>
            <a:ext cx="2621161" cy="1666875"/>
          </a:xfrm>
          <a:prstGeom prst="rect">
            <a:avLst/>
          </a:prstGeom>
          <a:solidFill>
            <a:srgbClr val="FFFFFF">
              <a:alpha val="5000"/>
            </a:srgbClr>
          </a:solidFill>
          <a:ln/>
        </p:spPr>
        <p:txBody>
          <a:bodyPr wrap="square" rtlCol="0" anchor="ctr"/>
          <a:lstStyle/>
          <a:p>
            <a:pPr marL="0" indent="0">
              <a:buNone/>
            </a:pPr>
            <a:endParaRPr lang="en-US" dirty="0"/>
          </a:p>
        </p:txBody>
      </p:sp>
      <p:sp>
        <p:nvSpPr>
          <p:cNvPr id="11" name="Shape 9"/>
          <p:cNvSpPr/>
          <p:nvPr/>
        </p:nvSpPr>
        <p:spPr>
          <a:xfrm>
            <a:off x="5882580" y="3829050"/>
            <a:ext cx="0" cy="1666875"/>
          </a:xfrm>
          <a:prstGeom prst="line">
            <a:avLst/>
          </a:prstGeom>
          <a:noFill/>
          <a:ln w="38100">
            <a:solidFill>
              <a:srgbClr val="CDEE9E"/>
            </a:solidFill>
            <a:prstDash val="solid"/>
          </a:ln>
        </p:spPr>
      </p:sp>
      <p:sp>
        <p:nvSpPr>
          <p:cNvPr id="12" name="Text 10"/>
          <p:cNvSpPr/>
          <p:nvPr/>
        </p:nvSpPr>
        <p:spPr>
          <a:xfrm>
            <a:off x="6150173" y="4057650"/>
            <a:ext cx="2212848" cy="301752"/>
          </a:xfrm>
          <a:prstGeom prst="rect">
            <a:avLst/>
          </a:prstGeom>
          <a:noFill/>
          <a:ln/>
        </p:spPr>
        <p:txBody>
          <a:bodyPr vert="horz" wrap="none" lIns="0" tIns="0" rIns="0" bIns="0" rtlCol="0" anchor="t">
            <a:normAutofit/>
          </a:bodyPr>
          <a:lstStyle/>
          <a:p>
            <a:pPr marL="0" indent="0" algn="l">
              <a:lnSpc>
                <a:spcPts val="2100"/>
              </a:lnSpc>
              <a:buNone/>
            </a:pPr>
            <a:r>
              <a:rPr lang="en-US" sz="1350" b="1" i="1" dirty="0">
                <a:solidFill>
                  <a:srgbClr val="FFFFFF"/>
                </a:solidFill>
                <a:latin typeface="Pacifico" pitchFamily="34" charset="0"/>
                <a:ea typeface="Pacifico" pitchFamily="34" charset="-122"/>
                <a:cs typeface="Pacifico" pitchFamily="34" charset="-120"/>
              </a:rPr>
              <a:t>Audit &amp; Pemantauan</a:t>
            </a:r>
            <a:endParaRPr lang="en-US" sz="1350" dirty="0"/>
          </a:p>
        </p:txBody>
      </p:sp>
      <p:sp>
        <p:nvSpPr>
          <p:cNvPr id="13" name="Text 11"/>
          <p:cNvSpPr/>
          <p:nvPr/>
        </p:nvSpPr>
        <p:spPr>
          <a:xfrm>
            <a:off x="6150173" y="4400550"/>
            <a:ext cx="2157984" cy="868680"/>
          </a:xfrm>
          <a:prstGeom prst="rect">
            <a:avLst/>
          </a:prstGeom>
          <a:noFill/>
          <a:ln/>
        </p:spPr>
        <p:txBody>
          <a:bodyPr vert="horz" wrap="square" lIns="0" tIns="0" rIns="0" bIns="0" rtlCol="0" anchor="t"/>
          <a:lstStyle/>
          <a:p>
            <a:pPr marL="0" indent="0" algn="l">
              <a:lnSpc>
                <a:spcPts val="1706"/>
              </a:lnSpc>
              <a:buNone/>
            </a:pPr>
            <a:r>
              <a:rPr lang="en-US" sz="1050" dirty="0">
                <a:solidFill>
                  <a:srgbClr val="9CA3AF"/>
                </a:solidFill>
                <a:latin typeface="Nunito ExtraLight" pitchFamily="34" charset="0"/>
                <a:ea typeface="Nunito ExtraLight" pitchFamily="34" charset="-122"/>
                <a:cs typeface="Nunito ExtraLight" pitchFamily="34" charset="-120"/>
              </a:rPr>
              <a:t>Audit rutin dan akses terbatas untuk mencegah cybersquatting serta penyalahgunaan merek digital.</a:t>
            </a:r>
            <a:endParaRPr lang="en-US" sz="1050" dirty="0"/>
          </a:p>
        </p:txBody>
      </p:sp>
      <p:sp>
        <p:nvSpPr>
          <p:cNvPr id="14" name="Text 12"/>
          <p:cNvSpPr/>
          <p:nvPr/>
        </p:nvSpPr>
        <p:spPr>
          <a:xfrm>
            <a:off x="8808541" y="1809750"/>
            <a:ext cx="2621310" cy="3810000"/>
          </a:xfrm>
          <a:prstGeom prst="roundRect">
            <a:avLst>
              <a:gd name="adj" fmla="val 5814"/>
            </a:avLst>
          </a:prstGeom>
          <a:solidFill>
            <a:srgbClr val="E5E7EB"/>
          </a:solidFill>
          <a:ln/>
        </p:spPr>
        <p:txBody>
          <a:bodyPr wrap="square" rtlCol="0" anchor="ctr"/>
          <a:lstStyle/>
          <a:p>
            <a:pPr marL="0" indent="0">
              <a:buNone/>
            </a:pPr>
            <a:endParaRPr lang="en-US" dirty="0"/>
          </a:p>
        </p:txBody>
      </p:sp>
      <p:pic>
        <p:nvPicPr>
          <p:cNvPr id="15" name="Image 0" descr="image.png"/>
          <p:cNvPicPr>
            <a:picLocks noChangeAspect="1"/>
          </p:cNvPicPr>
          <p:nvPr/>
        </p:nvPicPr>
        <p:blipFill>
          <a:blip r:embed="rId3"/>
          <a:srcRect r="2909"/>
          <a:stretch/>
        </p:blipFill>
        <p:spPr>
          <a:xfrm>
            <a:off x="8884741" y="1809750"/>
            <a:ext cx="2543175" cy="3810000"/>
          </a:xfrm>
          <a:prstGeom prst="rect">
            <a:avLst/>
          </a:prstGeom>
        </p:spPr>
      </p:pic>
      <p:sp>
        <p:nvSpPr>
          <p:cNvPr id="16" name="Text 13"/>
          <p:cNvSpPr/>
          <p:nvPr/>
        </p:nvSpPr>
        <p:spPr>
          <a:xfrm>
            <a:off x="11125051" y="5172075"/>
            <a:ext cx="533400" cy="676275"/>
          </a:xfrm>
          <a:prstGeom prst="roundRect">
            <a:avLst>
              <a:gd name="adj" fmla="val 21429"/>
            </a:avLst>
          </a:prstGeom>
          <a:solidFill>
            <a:srgbClr val="CDEE9E"/>
          </a:solidFill>
          <a:ln/>
        </p:spPr>
        <p:txBody>
          <a:bodyPr wrap="square" rtlCol="0" anchor="ctr"/>
          <a:lstStyle/>
          <a:p>
            <a:pPr marL="0" indent="0">
              <a:buNone/>
            </a:pPr>
            <a:endParaRPr lang="en-US" dirty="0"/>
          </a:p>
        </p:txBody>
      </p:sp>
      <p:pic>
        <p:nvPicPr>
          <p:cNvPr id="17" name="Image 1" descr="image.png"/>
          <p:cNvPicPr>
            <a:picLocks noChangeAspect="1"/>
          </p:cNvPicPr>
          <p:nvPr/>
        </p:nvPicPr>
        <p:blipFill>
          <a:blip r:embed="rId4"/>
          <a:srcRect/>
          <a:stretch/>
        </p:blipFill>
        <p:spPr>
          <a:xfrm>
            <a:off x="11277451" y="5324475"/>
            <a:ext cx="228600" cy="304800"/>
          </a:xfrm>
          <a:prstGeom prst="rect">
            <a:avLst/>
          </a:prstGeom>
        </p:spPr>
      </p:pic>
      <p:sp>
        <p:nvSpPr>
          <p:cNvPr id="18" name="Text 14"/>
          <p:cNvSpPr/>
          <p:nvPr/>
        </p:nvSpPr>
        <p:spPr>
          <a:xfrm>
            <a:off x="0" y="0"/>
            <a:ext cx="5120580" cy="6858000"/>
          </a:xfrm>
          <a:prstGeom prst="rect">
            <a:avLst/>
          </a:prstGeom>
          <a:solidFill>
            <a:srgbClr val="CDEE9E"/>
          </a:solidFill>
          <a:ln/>
        </p:spPr>
        <p:txBody>
          <a:bodyPr wrap="square" rtlCol="0" anchor="ctr"/>
          <a:lstStyle/>
          <a:p>
            <a:pPr marL="0" indent="0">
              <a:buNone/>
            </a:pPr>
            <a:endParaRPr lang="en-US" dirty="0"/>
          </a:p>
        </p:txBody>
      </p:sp>
      <p:sp>
        <p:nvSpPr>
          <p:cNvPr id="19" name="Text 15"/>
          <p:cNvSpPr/>
          <p:nvPr/>
        </p:nvSpPr>
        <p:spPr>
          <a:xfrm>
            <a:off x="609600" y="609600"/>
            <a:ext cx="1444752" cy="301752"/>
          </a:xfrm>
          <a:prstGeom prst="rect">
            <a:avLst/>
          </a:prstGeom>
          <a:noFill/>
          <a:ln/>
        </p:spPr>
        <p:txBody>
          <a:bodyPr vert="horz" wrap="none" lIns="0" tIns="0" rIns="0" bIns="0" rtlCol="0" anchor="t">
            <a:normAutofit/>
          </a:bodyPr>
          <a:lstStyle/>
          <a:p>
            <a:pPr marL="0" indent="0" algn="l">
              <a:lnSpc>
                <a:spcPts val="2100"/>
              </a:lnSpc>
              <a:buNone/>
            </a:pPr>
            <a:r>
              <a:rPr lang="en-US" sz="1500" b="1" kern="0" spc="180" dirty="0">
                <a:solidFill>
                  <a:srgbClr val="3C3A32"/>
                </a:solidFill>
                <a:latin typeface="Nunito ExtraLight" pitchFamily="34" charset="0"/>
                <a:ea typeface="Nunito ExtraLight" pitchFamily="34" charset="-122"/>
                <a:cs typeface="Nunito ExtraLight" pitchFamily="34" charset="-120"/>
              </a:rPr>
              <a:t>IP PROTECT</a:t>
            </a:r>
            <a:endParaRPr lang="en-US" sz="1500" dirty="0"/>
          </a:p>
        </p:txBody>
      </p:sp>
      <p:sp>
        <p:nvSpPr>
          <p:cNvPr id="20" name="Text 16"/>
          <p:cNvSpPr/>
          <p:nvPr/>
        </p:nvSpPr>
        <p:spPr>
          <a:xfrm>
            <a:off x="2085975" y="666750"/>
            <a:ext cx="9525" cy="152400"/>
          </a:xfrm>
          <a:prstGeom prst="rect">
            <a:avLst/>
          </a:prstGeom>
          <a:solidFill>
            <a:srgbClr val="3C3A32">
              <a:alpha val="30000"/>
            </a:srgbClr>
          </a:solidFill>
          <a:ln/>
        </p:spPr>
        <p:txBody>
          <a:bodyPr wrap="square" rtlCol="0" anchor="ctr"/>
          <a:lstStyle/>
          <a:p>
            <a:pPr marL="0" indent="0">
              <a:buNone/>
            </a:pPr>
            <a:endParaRPr lang="en-US" dirty="0"/>
          </a:p>
        </p:txBody>
      </p:sp>
      <p:sp>
        <p:nvSpPr>
          <p:cNvPr id="21" name="Text 17"/>
          <p:cNvSpPr/>
          <p:nvPr/>
        </p:nvSpPr>
        <p:spPr>
          <a:xfrm>
            <a:off x="2208907" y="609600"/>
            <a:ext cx="1938528" cy="301752"/>
          </a:xfrm>
          <a:prstGeom prst="rect">
            <a:avLst/>
          </a:prstGeom>
          <a:noFill/>
          <a:ln/>
        </p:spPr>
        <p:txBody>
          <a:bodyPr vert="horz" wrap="none" lIns="0" tIns="0" rIns="0" bIns="0" rtlCol="0" anchor="t">
            <a:normAutofit/>
          </a:bodyPr>
          <a:lstStyle/>
          <a:p>
            <a:pPr marL="0" indent="0" algn="l">
              <a:lnSpc>
                <a:spcPts val="2100"/>
              </a:lnSpc>
              <a:buNone/>
            </a:pPr>
            <a:r>
              <a:rPr lang="en-US" sz="1350" kern="0" spc="130" dirty="0">
                <a:solidFill>
                  <a:srgbClr val="3C3A32">
                    <a:alpha val="80000"/>
                  </a:srgbClr>
                </a:solidFill>
                <a:latin typeface="Nunito ExtraLight" pitchFamily="34" charset="0"/>
                <a:ea typeface="Nunito ExtraLight" pitchFamily="34" charset="-122"/>
                <a:cs typeface="Nunito ExtraLight" pitchFamily="34" charset="-120"/>
              </a:rPr>
              <a:t>DIGITAL STRATEGY</a:t>
            </a:r>
            <a:endParaRPr lang="en-US" sz="1350" dirty="0"/>
          </a:p>
        </p:txBody>
      </p:sp>
      <p:sp>
        <p:nvSpPr>
          <p:cNvPr id="22" name="Text 18"/>
          <p:cNvSpPr/>
          <p:nvPr/>
        </p:nvSpPr>
        <p:spPr>
          <a:xfrm>
            <a:off x="609600" y="2697659"/>
            <a:ext cx="609600" cy="57150"/>
          </a:xfrm>
          <a:prstGeom prst="rect">
            <a:avLst/>
          </a:prstGeom>
          <a:solidFill>
            <a:srgbClr val="3C3A32"/>
          </a:solidFill>
          <a:ln/>
        </p:spPr>
        <p:txBody>
          <a:bodyPr wrap="square" rtlCol="0" anchor="ctr"/>
          <a:lstStyle/>
          <a:p>
            <a:pPr marL="0" indent="0">
              <a:buNone/>
            </a:pPr>
            <a:endParaRPr lang="en-US" dirty="0"/>
          </a:p>
        </p:txBody>
      </p:sp>
      <p:sp>
        <p:nvSpPr>
          <p:cNvPr id="23" name="Text 19"/>
          <p:cNvSpPr/>
          <p:nvPr/>
        </p:nvSpPr>
        <p:spPr>
          <a:xfrm>
            <a:off x="609600" y="3059609"/>
            <a:ext cx="2889504" cy="749808"/>
          </a:xfrm>
          <a:prstGeom prst="rect">
            <a:avLst/>
          </a:prstGeom>
          <a:noFill/>
          <a:ln/>
        </p:spPr>
        <p:txBody>
          <a:bodyPr vert="horz" wrap="square" lIns="0" tIns="0" rIns="0" bIns="0" rtlCol="0" anchor="t"/>
          <a:lstStyle/>
          <a:p>
            <a:pPr marL="0" indent="0" algn="l">
              <a:lnSpc>
                <a:spcPts val="1463"/>
              </a:lnSpc>
              <a:buNone/>
            </a:pPr>
            <a:r>
              <a:rPr lang="en-US" sz="900" b="1" kern="0" spc="180" dirty="0">
                <a:solidFill>
                  <a:srgbClr val="3C3A32">
                    <a:alpha val="70000"/>
                  </a:srgbClr>
                </a:solidFill>
                <a:latin typeface="Nunito ExtraLight" pitchFamily="34" charset="0"/>
                <a:ea typeface="Nunito ExtraLight" pitchFamily="34" charset="-122"/>
                <a:cs typeface="Nunito ExtraLight" pitchFamily="34" charset="-120"/>
              </a:rPr>
              <a:t>INTEGRASI MEREK DAN RAHASIA DAGANG SEBAGAI PILAR UTAMA KEAMANAN KEKAYAAN INTELEKTUAL DIGITAL.</a:t>
            </a:r>
            <a:endParaRPr lang="en-US" sz="900" dirty="0"/>
          </a:p>
        </p:txBody>
      </p:sp>
      <p:sp>
        <p:nvSpPr>
          <p:cNvPr id="24" name="Text 20"/>
          <p:cNvSpPr/>
          <p:nvPr/>
        </p:nvSpPr>
        <p:spPr>
          <a:xfrm>
            <a:off x="607665" y="3953917"/>
            <a:ext cx="4059936" cy="1344168"/>
          </a:xfrm>
          <a:prstGeom prst="rect">
            <a:avLst/>
          </a:prstGeom>
          <a:noFill/>
          <a:ln/>
        </p:spPr>
        <p:txBody>
          <a:bodyPr vert="horz" wrap="square" lIns="0" tIns="0" rIns="0" bIns="0" rtlCol="0" anchor="t"/>
          <a:lstStyle/>
          <a:p>
            <a:pPr marL="0" indent="0" algn="l">
              <a:lnSpc>
                <a:spcPts val="5280"/>
              </a:lnSpc>
              <a:buNone/>
            </a:pPr>
            <a:r>
              <a:rPr lang="en-US" sz="4800" kern="0" spc="-50" dirty="0">
                <a:solidFill>
                  <a:srgbClr val="3C3A32"/>
                </a:solidFill>
                <a:latin typeface="Pacifico" pitchFamily="34" charset="0"/>
                <a:ea typeface="Pacifico" pitchFamily="34" charset="-122"/>
                <a:cs typeface="Pacifico" pitchFamily="34" charset="-120"/>
              </a:rPr>
              <a:t>Kesimpulan</a:t>
            </a:r>
            <a:endParaRPr lang="en-US" sz="4800" dirty="0"/>
          </a:p>
          <a:p>
            <a:pPr marL="0" indent="0" algn="l">
              <a:lnSpc>
                <a:spcPts val="5280"/>
              </a:lnSpc>
              <a:buNone/>
            </a:pPr>
            <a:r>
              <a:rPr lang="en-US" sz="4800" kern="0" spc="-50" dirty="0">
                <a:solidFill>
                  <a:srgbClr val="3C3A32"/>
                </a:solidFill>
                <a:latin typeface="Pacifico" pitchFamily="34" charset="0"/>
                <a:ea typeface="Pacifico" pitchFamily="34" charset="-122"/>
                <a:cs typeface="Pacifico" pitchFamily="34" charset="-120"/>
              </a:rPr>
              <a:t>&amp; Aksi.</a:t>
            </a:r>
            <a:endParaRPr lang="en-US" sz="4800" dirty="0"/>
          </a:p>
        </p:txBody>
      </p:sp>
      <p:sp>
        <p:nvSpPr>
          <p:cNvPr id="25" name="Text 21"/>
          <p:cNvSpPr/>
          <p:nvPr/>
        </p:nvSpPr>
        <p:spPr>
          <a:xfrm>
            <a:off x="607665" y="5524500"/>
            <a:ext cx="4032504" cy="301752"/>
          </a:xfrm>
          <a:prstGeom prst="rect">
            <a:avLst/>
          </a:prstGeom>
          <a:noFill/>
          <a:ln/>
        </p:spPr>
        <p:txBody>
          <a:bodyPr vert="horz" wrap="none" lIns="0" tIns="0" rIns="0" bIns="0" rtlCol="0" anchor="t">
            <a:normAutofit/>
          </a:bodyPr>
          <a:lstStyle/>
          <a:p>
            <a:pPr marL="0" indent="0" algn="l">
              <a:lnSpc>
                <a:spcPts val="2100"/>
              </a:lnSpc>
              <a:buNone/>
            </a:pPr>
            <a:r>
              <a:rPr lang="en-US" sz="1350" kern="0" spc="130" dirty="0">
                <a:solidFill>
                  <a:srgbClr val="3C3A32">
                    <a:alpha val="60000"/>
                  </a:srgbClr>
                </a:solidFill>
                <a:latin typeface="Nunito ExtraLight" pitchFamily="34" charset="0"/>
                <a:ea typeface="Nunito ExtraLight" pitchFamily="34" charset="-122"/>
                <a:cs typeface="Nunito ExtraLight" pitchFamily="34" charset="-120"/>
              </a:rPr>
              <a:t>STRATEGI PELINDUNGAN STARTUP</a:t>
            </a:r>
            <a:endParaRPr lang="en-US" sz="1350" dirty="0"/>
          </a:p>
        </p:txBody>
      </p:sp>
      <p:sp>
        <p:nvSpPr>
          <p:cNvPr id="26" name="Text 22"/>
          <p:cNvSpPr/>
          <p:nvPr/>
        </p:nvSpPr>
        <p:spPr>
          <a:xfrm>
            <a:off x="-381000" y="4800600"/>
            <a:ext cx="2438400" cy="2438400"/>
          </a:xfrm>
          <a:prstGeom prst="roundRect">
            <a:avLst>
              <a:gd name="adj" fmla="val 100000"/>
            </a:avLst>
          </a:prstGeom>
          <a:solidFill>
            <a:srgbClr val="FFFFFF">
              <a:alpha val="10000"/>
            </a:srgbClr>
          </a:solidFill>
          <a:ln/>
        </p:spPr>
        <p:txBody>
          <a:bodyPr wrap="square" rtlCol="0" anchor="ctr"/>
          <a:lstStyle/>
          <a:p>
            <a:pPr marL="0" indent="0">
              <a:buNone/>
            </a:pP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1732</Words>
  <Application>Microsoft Office PowerPoint</Application>
  <PresentationFormat>Widescreen</PresentationFormat>
  <Paragraphs>322</Paragraphs>
  <Slides>21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Pacifico</vt:lpstr>
      <vt:lpstr>Nunito ExtraLight</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百度文库 v1.0.0</dc:creator>
  <cp:lastModifiedBy>intan .</cp:lastModifiedBy>
  <cp:revision>2</cp:revision>
  <dcterms:created xsi:type="dcterms:W3CDTF">2026-09-25T07:32:39Z</dcterms:created>
  <dcterms:modified xsi:type="dcterms:W3CDTF">2026-09-25T08:00:39Z</dcterms:modified>
</cp:coreProperties>
</file>